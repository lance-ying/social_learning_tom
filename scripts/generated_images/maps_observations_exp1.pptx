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mod_s211_1</a:t>
            </a:r>
          </a:p>
        </p:txBody>
      </p:sp>
      <p:pic>
        <p:nvPicPr>
          <p:cNvPr id="3" name="Picture 2" descr="stimuli_mod_s2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mod_s211_1</a:t>
            </a:r>
          </a:p>
        </p:txBody>
      </p:sp>
      <p:pic>
        <p:nvPicPr>
          <p:cNvPr id="5" name="Picture 4" descr="exp1_mod_s2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mod_s311_1</a:t>
            </a:r>
          </a:p>
        </p:txBody>
      </p:sp>
      <p:pic>
        <p:nvPicPr>
          <p:cNvPr id="3" name="Picture 2" descr="stimuli_mod_s3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mod_s311_1</a:t>
            </a:r>
          </a:p>
        </p:txBody>
      </p:sp>
      <p:pic>
        <p:nvPicPr>
          <p:cNvPr id="5" name="Picture 4" descr="exp1_mod_s3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mod_s321_1</a:t>
            </a:r>
          </a:p>
        </p:txBody>
      </p:sp>
      <p:pic>
        <p:nvPicPr>
          <p:cNvPr id="3" name="Picture 2" descr="stimuli_mod_s3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mod_s321_1</a:t>
            </a:r>
          </a:p>
        </p:txBody>
      </p:sp>
      <p:pic>
        <p:nvPicPr>
          <p:cNvPr id="5" name="Picture 4" descr="exp1_mod_s32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mod_s331_1</a:t>
            </a:r>
          </a:p>
        </p:txBody>
      </p:sp>
      <p:pic>
        <p:nvPicPr>
          <p:cNvPr id="3" name="Picture 2" descr="stimuli_mod_s3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mod_s331_1</a:t>
            </a:r>
          </a:p>
        </p:txBody>
      </p:sp>
      <p:pic>
        <p:nvPicPr>
          <p:cNvPr id="5" name="Picture 4" descr="exp1_mod_s33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mod_s332_1</a:t>
            </a:r>
          </a:p>
        </p:txBody>
      </p:sp>
      <p:pic>
        <p:nvPicPr>
          <p:cNvPr id="3" name="Picture 2" descr="stimuli_mod_s3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mod_s332_1</a:t>
            </a:r>
          </a:p>
        </p:txBody>
      </p:sp>
      <p:pic>
        <p:nvPicPr>
          <p:cNvPr id="5" name="Picture 4" descr="exp1_mod_s33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mod_s351_1</a:t>
            </a:r>
          </a:p>
        </p:txBody>
      </p:sp>
      <p:pic>
        <p:nvPicPr>
          <p:cNvPr id="3" name="Picture 2" descr="stimuli_mod_s35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mod_s351_1</a:t>
            </a:r>
          </a:p>
        </p:txBody>
      </p:sp>
      <p:pic>
        <p:nvPicPr>
          <p:cNvPr id="5" name="Picture 4" descr="exp1_mod_s35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mod_s361_1</a:t>
            </a:r>
          </a:p>
        </p:txBody>
      </p:sp>
      <p:pic>
        <p:nvPicPr>
          <p:cNvPr id="3" name="Picture 2" descr="stimuli_mod_s36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mod_s361_1</a:t>
            </a:r>
          </a:p>
        </p:txBody>
      </p:sp>
      <p:pic>
        <p:nvPicPr>
          <p:cNvPr id="5" name="Picture 4" descr="exp1_mod_s36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mod_s362_1</a:t>
            </a:r>
          </a:p>
        </p:txBody>
      </p:sp>
      <p:pic>
        <p:nvPicPr>
          <p:cNvPr id="3" name="Picture 2" descr="stimuli_mod_s36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mod_s362_1</a:t>
            </a:r>
          </a:p>
        </p:txBody>
      </p:sp>
      <p:pic>
        <p:nvPicPr>
          <p:cNvPr id="5" name="Picture 4" descr="exp1_mod_s36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mod_s371_1</a:t>
            </a:r>
          </a:p>
        </p:txBody>
      </p:sp>
      <p:pic>
        <p:nvPicPr>
          <p:cNvPr id="3" name="Picture 2" descr="stimuli_mod_s37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mod_s371_1</a:t>
            </a:r>
          </a:p>
        </p:txBody>
      </p:sp>
      <p:pic>
        <p:nvPicPr>
          <p:cNvPr id="5" name="Picture 4" descr="exp1_mod_s37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mod_s432_1</a:t>
            </a:r>
          </a:p>
        </p:txBody>
      </p:sp>
      <p:pic>
        <p:nvPicPr>
          <p:cNvPr id="3" name="Picture 2" descr="stimuli_mod_s4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mod_s432_1</a:t>
            </a:r>
          </a:p>
        </p:txBody>
      </p:sp>
      <p:pic>
        <p:nvPicPr>
          <p:cNvPr id="5" name="Picture 4" descr="exp1_mod_s43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mod_s441_1</a:t>
            </a:r>
          </a:p>
        </p:txBody>
      </p:sp>
      <p:pic>
        <p:nvPicPr>
          <p:cNvPr id="3" name="Picture 2" descr="stimuli_mod_s44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mod_s441_1</a:t>
            </a:r>
          </a:p>
        </p:txBody>
      </p:sp>
      <p:pic>
        <p:nvPicPr>
          <p:cNvPr id="5" name="Picture 4" descr="exp1_mod_s44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mod_s442_1</a:t>
            </a:r>
          </a:p>
        </p:txBody>
      </p:sp>
      <p:pic>
        <p:nvPicPr>
          <p:cNvPr id="3" name="Picture 2" descr="stimuli_mod_s44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mod_s442_1</a:t>
            </a:r>
          </a:p>
        </p:txBody>
      </p:sp>
      <p:pic>
        <p:nvPicPr>
          <p:cNvPr id="5" name="Picture 4" descr="exp1_mod_s44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mod_s511_1</a:t>
            </a:r>
          </a:p>
        </p:txBody>
      </p:sp>
      <p:pic>
        <p:nvPicPr>
          <p:cNvPr id="3" name="Picture 2" descr="stimuli_mod_s5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mod_s511_1</a:t>
            </a:r>
          </a:p>
        </p:txBody>
      </p:sp>
      <p:pic>
        <p:nvPicPr>
          <p:cNvPr id="5" name="Picture 4" descr="exp1_mod_s5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mod_s521_1</a:t>
            </a:r>
          </a:p>
        </p:txBody>
      </p:sp>
      <p:pic>
        <p:nvPicPr>
          <p:cNvPr id="3" name="Picture 2" descr="stimuli_mod_s5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mod_s521_1</a:t>
            </a:r>
          </a:p>
        </p:txBody>
      </p:sp>
      <p:pic>
        <p:nvPicPr>
          <p:cNvPr id="5" name="Picture 4" descr="exp1_mod_s52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mod_s531_1</a:t>
            </a:r>
          </a:p>
        </p:txBody>
      </p:sp>
      <p:pic>
        <p:nvPicPr>
          <p:cNvPr id="3" name="Picture 2" descr="stimuli_mod_s5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mod_s531_1</a:t>
            </a:r>
          </a:p>
        </p:txBody>
      </p:sp>
      <p:pic>
        <p:nvPicPr>
          <p:cNvPr id="5" name="Picture 4" descr="exp1_mod_s53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mod_s532_1</a:t>
            </a:r>
          </a:p>
        </p:txBody>
      </p:sp>
      <p:pic>
        <p:nvPicPr>
          <p:cNvPr id="3" name="Picture 2" descr="stimuli_mod_s5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mod_s532_1</a:t>
            </a:r>
          </a:p>
        </p:txBody>
      </p:sp>
      <p:pic>
        <p:nvPicPr>
          <p:cNvPr id="5" name="Picture 4" descr="exp1_mod_s53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mod_s541_1</a:t>
            </a:r>
          </a:p>
        </p:txBody>
      </p:sp>
      <p:pic>
        <p:nvPicPr>
          <p:cNvPr id="3" name="Picture 2" descr="stimuli_mod_s54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mod_s541_1</a:t>
            </a:r>
          </a:p>
        </p:txBody>
      </p:sp>
      <p:pic>
        <p:nvPicPr>
          <p:cNvPr id="5" name="Picture 4" descr="exp1_mod_s54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mod_s542_1</a:t>
            </a:r>
          </a:p>
        </p:txBody>
      </p:sp>
      <p:pic>
        <p:nvPicPr>
          <p:cNvPr id="3" name="Picture 2" descr="stimuli_mod_s54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mod_s542_1</a:t>
            </a:r>
          </a:p>
        </p:txBody>
      </p:sp>
      <p:pic>
        <p:nvPicPr>
          <p:cNvPr id="5" name="Picture 4" descr="exp1_mod_s54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mod_s543_1</a:t>
            </a:r>
          </a:p>
        </p:txBody>
      </p:sp>
      <p:pic>
        <p:nvPicPr>
          <p:cNvPr id="3" name="Picture 2" descr="stimuli_mod_s54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mod_s543_1</a:t>
            </a:r>
          </a:p>
        </p:txBody>
      </p:sp>
      <p:pic>
        <p:nvPicPr>
          <p:cNvPr id="5" name="Picture 4" descr="exp1_mod_s54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EXP1 | mod_s544_1</a:t>
            </a:r>
          </a:p>
        </p:txBody>
      </p:sp>
      <p:pic>
        <p:nvPicPr>
          <p:cNvPr id="3" name="Picture 2" descr="stimuli_mod_s54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58" y="566928"/>
            <a:ext cx="3734635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7158" y="310896"/>
            <a:ext cx="3734635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mod_s544_1</a:t>
            </a:r>
          </a:p>
        </p:txBody>
      </p:sp>
      <p:pic>
        <p:nvPicPr>
          <p:cNvPr id="5" name="Picture 4" descr="exp1_mod_s54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93" y="4681728"/>
            <a:ext cx="7637565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