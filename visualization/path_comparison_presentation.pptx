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S211</a:t>
            </a:r>
          </a:p>
        </p:txBody>
      </p:sp>
      <p:pic>
        <p:nvPicPr>
          <p:cNvPr id="3" name="Picture 2" descr="stimuli_s21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21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S221</a:t>
            </a:r>
          </a:p>
        </p:txBody>
      </p:sp>
      <p:pic>
        <p:nvPicPr>
          <p:cNvPr id="3" name="Picture 2" descr="stimuli_s22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22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S311</a:t>
            </a:r>
          </a:p>
        </p:txBody>
      </p:sp>
      <p:pic>
        <p:nvPicPr>
          <p:cNvPr id="3" name="Picture 2" descr="stimuli_s31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1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S321</a:t>
            </a:r>
          </a:p>
        </p:txBody>
      </p:sp>
      <p:pic>
        <p:nvPicPr>
          <p:cNvPr id="3" name="Picture 2" descr="stimuli_s32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2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S331</a:t>
            </a:r>
          </a:p>
        </p:txBody>
      </p:sp>
      <p:pic>
        <p:nvPicPr>
          <p:cNvPr id="3" name="Picture 2" descr="stimuli_s33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3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S332</a:t>
            </a:r>
          </a:p>
        </p:txBody>
      </p:sp>
      <p:pic>
        <p:nvPicPr>
          <p:cNvPr id="3" name="Picture 2" descr="stimuli_s33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3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S341</a:t>
            </a:r>
          </a:p>
        </p:txBody>
      </p:sp>
      <p:pic>
        <p:nvPicPr>
          <p:cNvPr id="3" name="Picture 2" descr="stimuli_s34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4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S342</a:t>
            </a:r>
          </a:p>
        </p:txBody>
      </p:sp>
      <p:pic>
        <p:nvPicPr>
          <p:cNvPr id="3" name="Picture 2" descr="stimuli_s34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4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S351</a:t>
            </a:r>
          </a:p>
        </p:txBody>
      </p:sp>
      <p:pic>
        <p:nvPicPr>
          <p:cNvPr id="3" name="Picture 2" descr="stimuli_s35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5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S361</a:t>
            </a:r>
          </a:p>
        </p:txBody>
      </p:sp>
      <p:pic>
        <p:nvPicPr>
          <p:cNvPr id="3" name="Picture 2" descr="stimuli_s36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6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S371</a:t>
            </a:r>
          </a:p>
        </p:txBody>
      </p:sp>
      <p:pic>
        <p:nvPicPr>
          <p:cNvPr id="3" name="Picture 2" descr="stimuli_s37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37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S411</a:t>
            </a:r>
          </a:p>
        </p:txBody>
      </p:sp>
      <p:pic>
        <p:nvPicPr>
          <p:cNvPr id="3" name="Picture 2" descr="stimuli_s41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1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S421</a:t>
            </a:r>
          </a:p>
        </p:txBody>
      </p:sp>
      <p:pic>
        <p:nvPicPr>
          <p:cNvPr id="3" name="Picture 2" descr="stimuli_s42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2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S431</a:t>
            </a:r>
          </a:p>
        </p:txBody>
      </p:sp>
      <p:pic>
        <p:nvPicPr>
          <p:cNvPr id="3" name="Picture 2" descr="stimuli_s43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3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S432</a:t>
            </a:r>
          </a:p>
        </p:txBody>
      </p:sp>
      <p:pic>
        <p:nvPicPr>
          <p:cNvPr id="3" name="Picture 2" descr="stimuli_s43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3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S441</a:t>
            </a:r>
          </a:p>
        </p:txBody>
      </p:sp>
      <p:pic>
        <p:nvPicPr>
          <p:cNvPr id="3" name="Picture 2" descr="stimuli_s44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4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S442</a:t>
            </a:r>
          </a:p>
        </p:txBody>
      </p:sp>
      <p:pic>
        <p:nvPicPr>
          <p:cNvPr id="3" name="Picture 2" descr="stimuli_s44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44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S511</a:t>
            </a:r>
          </a:p>
        </p:txBody>
      </p:sp>
      <p:pic>
        <p:nvPicPr>
          <p:cNvPr id="3" name="Picture 2" descr="stimuli_s51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1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S521</a:t>
            </a:r>
          </a:p>
        </p:txBody>
      </p:sp>
      <p:pic>
        <p:nvPicPr>
          <p:cNvPr id="3" name="Picture 2" descr="stimuli_s52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2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S531</a:t>
            </a:r>
          </a:p>
        </p:txBody>
      </p:sp>
      <p:pic>
        <p:nvPicPr>
          <p:cNvPr id="3" name="Picture 2" descr="stimuli_s53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3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S532</a:t>
            </a:r>
          </a:p>
        </p:txBody>
      </p:sp>
      <p:pic>
        <p:nvPicPr>
          <p:cNvPr id="3" name="Picture 2" descr="stimuli_s53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3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S541</a:t>
            </a:r>
          </a:p>
        </p:txBody>
      </p:sp>
      <p:pic>
        <p:nvPicPr>
          <p:cNvPr id="3" name="Picture 2" descr="stimuli_s541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41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S542</a:t>
            </a:r>
          </a:p>
        </p:txBody>
      </p:sp>
      <p:pic>
        <p:nvPicPr>
          <p:cNvPr id="3" name="Picture 2" descr="stimuli_s542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42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S543</a:t>
            </a:r>
          </a:p>
        </p:txBody>
      </p:sp>
      <p:pic>
        <p:nvPicPr>
          <p:cNvPr id="3" name="Picture 2" descr="stimuli_s543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43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S544</a:t>
            </a:r>
          </a:p>
        </p:txBody>
      </p:sp>
      <p:pic>
        <p:nvPicPr>
          <p:cNvPr id="3" name="Picture 2" descr="stimuli_s54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86200" cy="4234218"/>
          </a:xfrm>
          <a:prstGeom prst="rect">
            <a:avLst/>
          </a:prstGeom>
        </p:spPr>
      </p:pic>
      <p:pic>
        <p:nvPicPr>
          <p:cNvPr id="4" name="Picture 3" descr="stimuli_s54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3886200" cy="4234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