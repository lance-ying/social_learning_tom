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EXP2 | s221</a:t>
            </a:r>
          </a:p>
        </p:txBody>
      </p:sp>
      <p:pic>
        <p:nvPicPr>
          <p:cNvPr id="3" name="Picture 2" descr="stimuli_s22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s221_1</a:t>
            </a:r>
          </a:p>
        </p:txBody>
      </p:sp>
      <p:pic>
        <p:nvPicPr>
          <p:cNvPr id="5" name="Picture 4" descr="stimuli_s22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s221_2</a:t>
            </a:r>
          </a:p>
        </p:txBody>
      </p:sp>
      <p:pic>
        <p:nvPicPr>
          <p:cNvPr id="7" name="Picture 6" descr="exp2_s22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8677" y="3840480"/>
            <a:ext cx="8991598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EXP2 | s311</a:t>
            </a:r>
          </a:p>
        </p:txBody>
      </p:sp>
      <p:pic>
        <p:nvPicPr>
          <p:cNvPr id="3" name="Picture 2" descr="stimuli_s31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s311_1</a:t>
            </a:r>
          </a:p>
        </p:txBody>
      </p:sp>
      <p:pic>
        <p:nvPicPr>
          <p:cNvPr id="5" name="Picture 4" descr="stimuli_s31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s311_2</a:t>
            </a:r>
          </a:p>
        </p:txBody>
      </p:sp>
      <p:pic>
        <p:nvPicPr>
          <p:cNvPr id="7" name="Picture 6" descr="exp2_s31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8677" y="3840480"/>
            <a:ext cx="8991598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EXP2 | s321</a:t>
            </a:r>
          </a:p>
        </p:txBody>
      </p:sp>
      <p:pic>
        <p:nvPicPr>
          <p:cNvPr id="3" name="Picture 2" descr="stimuli_s32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s321_1</a:t>
            </a:r>
          </a:p>
        </p:txBody>
      </p:sp>
      <p:pic>
        <p:nvPicPr>
          <p:cNvPr id="5" name="Picture 4" descr="stimuli_s32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s321_2</a:t>
            </a:r>
          </a:p>
        </p:txBody>
      </p:sp>
      <p:pic>
        <p:nvPicPr>
          <p:cNvPr id="7" name="Picture 6" descr="exp2_s32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8677" y="3840480"/>
            <a:ext cx="8991598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EXP2 | s331</a:t>
            </a:r>
          </a:p>
        </p:txBody>
      </p:sp>
      <p:pic>
        <p:nvPicPr>
          <p:cNvPr id="3" name="Picture 2" descr="stimuli_s33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s331_1</a:t>
            </a:r>
          </a:p>
        </p:txBody>
      </p:sp>
      <p:pic>
        <p:nvPicPr>
          <p:cNvPr id="5" name="Picture 4" descr="stimuli_s33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s331_2</a:t>
            </a:r>
          </a:p>
        </p:txBody>
      </p:sp>
      <p:pic>
        <p:nvPicPr>
          <p:cNvPr id="7" name="Picture 6" descr="exp2_s33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8677" y="3840480"/>
            <a:ext cx="8991598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EXP2 | s332</a:t>
            </a:r>
          </a:p>
        </p:txBody>
      </p:sp>
      <p:pic>
        <p:nvPicPr>
          <p:cNvPr id="3" name="Picture 2" descr="stimuli_s33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s332_1</a:t>
            </a:r>
          </a:p>
        </p:txBody>
      </p:sp>
      <p:pic>
        <p:nvPicPr>
          <p:cNvPr id="5" name="Picture 4" descr="stimuli_s332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s332_2</a:t>
            </a:r>
          </a:p>
        </p:txBody>
      </p:sp>
      <p:pic>
        <p:nvPicPr>
          <p:cNvPr id="7" name="Picture 6" descr="exp2_s332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8677" y="3840480"/>
            <a:ext cx="8991598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EXP2 | s341</a:t>
            </a:r>
          </a:p>
        </p:txBody>
      </p:sp>
      <p:pic>
        <p:nvPicPr>
          <p:cNvPr id="3" name="Picture 2" descr="stimuli_s34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s341_1</a:t>
            </a:r>
          </a:p>
        </p:txBody>
      </p:sp>
      <p:pic>
        <p:nvPicPr>
          <p:cNvPr id="5" name="Picture 4" descr="stimuli_s34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s341_2</a:t>
            </a:r>
          </a:p>
        </p:txBody>
      </p:sp>
      <p:pic>
        <p:nvPicPr>
          <p:cNvPr id="7" name="Picture 6" descr="exp2_s34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8677" y="3840480"/>
            <a:ext cx="8991598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EXP2 | s342</a:t>
            </a:r>
          </a:p>
        </p:txBody>
      </p:sp>
      <p:pic>
        <p:nvPicPr>
          <p:cNvPr id="3" name="Picture 2" descr="stimuli_s34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s342_1</a:t>
            </a:r>
          </a:p>
        </p:txBody>
      </p:sp>
      <p:pic>
        <p:nvPicPr>
          <p:cNvPr id="5" name="Picture 4" descr="stimuli_s342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s342_2</a:t>
            </a:r>
          </a:p>
        </p:txBody>
      </p:sp>
      <p:pic>
        <p:nvPicPr>
          <p:cNvPr id="7" name="Picture 6" descr="exp2_s342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8677" y="3840480"/>
            <a:ext cx="8991598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EXP2 | s351</a:t>
            </a:r>
          </a:p>
        </p:txBody>
      </p:sp>
      <p:pic>
        <p:nvPicPr>
          <p:cNvPr id="3" name="Picture 2" descr="stimuli_s35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s351_1</a:t>
            </a:r>
          </a:p>
        </p:txBody>
      </p:sp>
      <p:pic>
        <p:nvPicPr>
          <p:cNvPr id="5" name="Picture 4" descr="stimuli_s35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s351_2</a:t>
            </a:r>
          </a:p>
        </p:txBody>
      </p:sp>
      <p:pic>
        <p:nvPicPr>
          <p:cNvPr id="7" name="Picture 6" descr="exp2_s35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8677" y="3840480"/>
            <a:ext cx="8991598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EXP2 | s361</a:t>
            </a:r>
          </a:p>
        </p:txBody>
      </p:sp>
      <p:pic>
        <p:nvPicPr>
          <p:cNvPr id="3" name="Picture 2" descr="stimuli_s36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s361_1</a:t>
            </a:r>
          </a:p>
        </p:txBody>
      </p:sp>
      <p:pic>
        <p:nvPicPr>
          <p:cNvPr id="5" name="Picture 4" descr="stimuli_s36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s361_2</a:t>
            </a:r>
          </a:p>
        </p:txBody>
      </p:sp>
      <p:pic>
        <p:nvPicPr>
          <p:cNvPr id="7" name="Picture 6" descr="exp2_s36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8677" y="3840480"/>
            <a:ext cx="8991598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EXP2 | s371</a:t>
            </a:r>
          </a:p>
        </p:txBody>
      </p:sp>
      <p:pic>
        <p:nvPicPr>
          <p:cNvPr id="3" name="Picture 2" descr="stimuli_s37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s371_1</a:t>
            </a:r>
          </a:p>
        </p:txBody>
      </p:sp>
      <p:pic>
        <p:nvPicPr>
          <p:cNvPr id="5" name="Picture 4" descr="stimuli_s37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s371_2</a:t>
            </a:r>
          </a:p>
        </p:txBody>
      </p:sp>
      <p:pic>
        <p:nvPicPr>
          <p:cNvPr id="7" name="Picture 6" descr="exp2_s37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8677" y="3840480"/>
            <a:ext cx="8991598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EXP2 | s411</a:t>
            </a:r>
          </a:p>
        </p:txBody>
      </p:sp>
      <p:pic>
        <p:nvPicPr>
          <p:cNvPr id="3" name="Picture 2" descr="stimuli_s41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s411_1</a:t>
            </a:r>
          </a:p>
        </p:txBody>
      </p:sp>
      <p:pic>
        <p:nvPicPr>
          <p:cNvPr id="5" name="Picture 4" descr="stimuli_s41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s411_2</a:t>
            </a:r>
          </a:p>
        </p:txBody>
      </p:sp>
      <p:pic>
        <p:nvPicPr>
          <p:cNvPr id="7" name="Picture 6" descr="exp2_s41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8677" y="3840480"/>
            <a:ext cx="8991598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EXP2 | s421</a:t>
            </a:r>
          </a:p>
        </p:txBody>
      </p:sp>
      <p:pic>
        <p:nvPicPr>
          <p:cNvPr id="3" name="Picture 2" descr="stimuli_s42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s421_1</a:t>
            </a:r>
          </a:p>
        </p:txBody>
      </p:sp>
      <p:pic>
        <p:nvPicPr>
          <p:cNvPr id="5" name="Picture 4" descr="stimuli_s42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s421_2</a:t>
            </a:r>
          </a:p>
        </p:txBody>
      </p:sp>
      <p:pic>
        <p:nvPicPr>
          <p:cNvPr id="7" name="Picture 6" descr="exp2_s42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8677" y="3840480"/>
            <a:ext cx="8991598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EXP2 | s431</a:t>
            </a:r>
          </a:p>
        </p:txBody>
      </p:sp>
      <p:pic>
        <p:nvPicPr>
          <p:cNvPr id="3" name="Picture 2" descr="stimuli_s43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s431_1</a:t>
            </a:r>
          </a:p>
        </p:txBody>
      </p:sp>
      <p:pic>
        <p:nvPicPr>
          <p:cNvPr id="5" name="Picture 4" descr="stimuli_s43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s431_2</a:t>
            </a:r>
          </a:p>
        </p:txBody>
      </p:sp>
      <p:pic>
        <p:nvPicPr>
          <p:cNvPr id="7" name="Picture 6" descr="exp2_s43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8677" y="3840480"/>
            <a:ext cx="8991598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EXP2 | s432</a:t>
            </a:r>
          </a:p>
        </p:txBody>
      </p:sp>
      <p:pic>
        <p:nvPicPr>
          <p:cNvPr id="3" name="Picture 2" descr="stimuli_s43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s432_1</a:t>
            </a:r>
          </a:p>
        </p:txBody>
      </p:sp>
      <p:pic>
        <p:nvPicPr>
          <p:cNvPr id="5" name="Picture 4" descr="stimuli_s432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s432_2</a:t>
            </a:r>
          </a:p>
        </p:txBody>
      </p:sp>
      <p:pic>
        <p:nvPicPr>
          <p:cNvPr id="7" name="Picture 6" descr="exp2_s432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8677" y="3840480"/>
            <a:ext cx="8991598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EXP2 | s441</a:t>
            </a:r>
          </a:p>
        </p:txBody>
      </p:sp>
      <p:pic>
        <p:nvPicPr>
          <p:cNvPr id="3" name="Picture 2" descr="stimuli_s44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s441_1</a:t>
            </a:r>
          </a:p>
        </p:txBody>
      </p:sp>
      <p:pic>
        <p:nvPicPr>
          <p:cNvPr id="5" name="Picture 4" descr="stimuli_s44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s441_2</a:t>
            </a:r>
          </a:p>
        </p:txBody>
      </p:sp>
      <p:pic>
        <p:nvPicPr>
          <p:cNvPr id="7" name="Picture 6" descr="exp2_s44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8677" y="3840480"/>
            <a:ext cx="8991598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EXP2 | s442</a:t>
            </a:r>
          </a:p>
        </p:txBody>
      </p:sp>
      <p:pic>
        <p:nvPicPr>
          <p:cNvPr id="3" name="Picture 2" descr="stimuli_s44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s442_1</a:t>
            </a:r>
          </a:p>
        </p:txBody>
      </p:sp>
      <p:pic>
        <p:nvPicPr>
          <p:cNvPr id="5" name="Picture 4" descr="stimuli_s442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s442_2</a:t>
            </a:r>
          </a:p>
        </p:txBody>
      </p:sp>
      <p:pic>
        <p:nvPicPr>
          <p:cNvPr id="7" name="Picture 6" descr="exp2_s442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8677" y="3840480"/>
            <a:ext cx="8991598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EXP2 | s511</a:t>
            </a:r>
          </a:p>
        </p:txBody>
      </p:sp>
      <p:pic>
        <p:nvPicPr>
          <p:cNvPr id="3" name="Picture 2" descr="stimuli_s51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s511_1</a:t>
            </a:r>
          </a:p>
        </p:txBody>
      </p:sp>
      <p:pic>
        <p:nvPicPr>
          <p:cNvPr id="5" name="Picture 4" descr="stimuli_s51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s511_2</a:t>
            </a:r>
          </a:p>
        </p:txBody>
      </p:sp>
      <p:pic>
        <p:nvPicPr>
          <p:cNvPr id="7" name="Picture 6" descr="exp2_s51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8677" y="3840480"/>
            <a:ext cx="8991598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EXP2 | s521</a:t>
            </a:r>
          </a:p>
        </p:txBody>
      </p:sp>
      <p:pic>
        <p:nvPicPr>
          <p:cNvPr id="3" name="Picture 2" descr="stimuli_s52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s521_1</a:t>
            </a:r>
          </a:p>
        </p:txBody>
      </p:sp>
      <p:pic>
        <p:nvPicPr>
          <p:cNvPr id="5" name="Picture 4" descr="stimuli_s52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s521_2</a:t>
            </a:r>
          </a:p>
        </p:txBody>
      </p:sp>
      <p:pic>
        <p:nvPicPr>
          <p:cNvPr id="7" name="Picture 6" descr="exp2_s52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8677" y="3840480"/>
            <a:ext cx="8991598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EXP2 | s531</a:t>
            </a:r>
          </a:p>
        </p:txBody>
      </p:sp>
      <p:pic>
        <p:nvPicPr>
          <p:cNvPr id="3" name="Picture 2" descr="stimuli_s53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s531_1</a:t>
            </a:r>
          </a:p>
        </p:txBody>
      </p:sp>
      <p:pic>
        <p:nvPicPr>
          <p:cNvPr id="5" name="Picture 4" descr="stimuli_s53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s531_2</a:t>
            </a:r>
          </a:p>
        </p:txBody>
      </p:sp>
      <p:pic>
        <p:nvPicPr>
          <p:cNvPr id="7" name="Picture 6" descr="exp2_s53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8677" y="3840480"/>
            <a:ext cx="8991598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EXP2 | s532</a:t>
            </a:r>
          </a:p>
        </p:txBody>
      </p:sp>
      <p:pic>
        <p:nvPicPr>
          <p:cNvPr id="3" name="Picture 2" descr="stimuli_s53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s532_1</a:t>
            </a:r>
          </a:p>
        </p:txBody>
      </p:sp>
      <p:pic>
        <p:nvPicPr>
          <p:cNvPr id="5" name="Picture 4" descr="stimuli_s532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s532_2</a:t>
            </a:r>
          </a:p>
        </p:txBody>
      </p:sp>
      <p:pic>
        <p:nvPicPr>
          <p:cNvPr id="7" name="Picture 6" descr="exp2_s532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8677" y="3840480"/>
            <a:ext cx="8991598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EXP2 | s541</a:t>
            </a:r>
          </a:p>
        </p:txBody>
      </p:sp>
      <p:pic>
        <p:nvPicPr>
          <p:cNvPr id="3" name="Picture 2" descr="stimuli_s54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s541_1</a:t>
            </a:r>
          </a:p>
        </p:txBody>
      </p:sp>
      <p:pic>
        <p:nvPicPr>
          <p:cNvPr id="5" name="Picture 4" descr="stimuli_s54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s541_2</a:t>
            </a:r>
          </a:p>
        </p:txBody>
      </p:sp>
      <p:pic>
        <p:nvPicPr>
          <p:cNvPr id="7" name="Picture 6" descr="exp2_s54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8677" y="3840480"/>
            <a:ext cx="8991598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EXP2 | s542</a:t>
            </a:r>
          </a:p>
        </p:txBody>
      </p:sp>
      <p:pic>
        <p:nvPicPr>
          <p:cNvPr id="3" name="Picture 2" descr="stimuli_s54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s542_1</a:t>
            </a:r>
          </a:p>
        </p:txBody>
      </p:sp>
      <p:pic>
        <p:nvPicPr>
          <p:cNvPr id="5" name="Picture 4" descr="stimuli_s542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s542_2</a:t>
            </a:r>
          </a:p>
        </p:txBody>
      </p:sp>
      <p:pic>
        <p:nvPicPr>
          <p:cNvPr id="7" name="Picture 6" descr="exp2_s542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8677" y="3840480"/>
            <a:ext cx="8991598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EXP2 | s543</a:t>
            </a:r>
          </a:p>
        </p:txBody>
      </p:sp>
      <p:pic>
        <p:nvPicPr>
          <p:cNvPr id="3" name="Picture 2" descr="stimuli_s543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s543_1</a:t>
            </a:r>
          </a:p>
        </p:txBody>
      </p:sp>
      <p:pic>
        <p:nvPicPr>
          <p:cNvPr id="5" name="Picture 4" descr="stimuli_s543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s543_2</a:t>
            </a:r>
          </a:p>
        </p:txBody>
      </p:sp>
      <p:pic>
        <p:nvPicPr>
          <p:cNvPr id="7" name="Picture 6" descr="exp2_s543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8677" y="3840480"/>
            <a:ext cx="8991598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EXP2 | s544</a:t>
            </a:r>
          </a:p>
        </p:txBody>
      </p:sp>
      <p:pic>
        <p:nvPicPr>
          <p:cNvPr id="3" name="Picture 2" descr="stimuli_s544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s544_1</a:t>
            </a:r>
          </a:p>
        </p:txBody>
      </p:sp>
      <p:pic>
        <p:nvPicPr>
          <p:cNvPr id="5" name="Picture 4" descr="stimuli_s544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s544_2</a:t>
            </a:r>
          </a:p>
        </p:txBody>
      </p:sp>
      <p:pic>
        <p:nvPicPr>
          <p:cNvPr id="7" name="Picture 6" descr="exp2_s544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8677" y="3840480"/>
            <a:ext cx="8991598" cy="2697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