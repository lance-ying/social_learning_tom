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Relationship Id="rId3" Type="http://schemas.openxmlformats.org/officeDocument/2006/relationships/image" Target="../media/image16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image" Target="../media/image19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image" Target="../media/image204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Relationship Id="rId3" Type="http://schemas.openxmlformats.org/officeDocument/2006/relationships/image" Target="../media/image20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Relationship Id="rId3" Type="http://schemas.openxmlformats.org/officeDocument/2006/relationships/image" Target="../media/image21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Relationship Id="rId3" Type="http://schemas.openxmlformats.org/officeDocument/2006/relationships/image" Target="../media/image21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Relationship Id="rId3" Type="http://schemas.openxmlformats.org/officeDocument/2006/relationships/image" Target="../media/image224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Relationship Id="rId3" Type="http://schemas.openxmlformats.org/officeDocument/2006/relationships/image" Target="../media/image230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Relationship Id="rId3" Type="http://schemas.openxmlformats.org/officeDocument/2006/relationships/image" Target="../media/image23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Relationship Id="rId3" Type="http://schemas.openxmlformats.org/officeDocument/2006/relationships/image" Target="../media/image23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Relationship Id="rId3" Type="http://schemas.openxmlformats.org/officeDocument/2006/relationships/image" Target="../media/image242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image" Target="../media/image246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Relationship Id="rId3" Type="http://schemas.openxmlformats.org/officeDocument/2006/relationships/image" Target="../media/image26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Relationship Id="rId3" Type="http://schemas.openxmlformats.org/officeDocument/2006/relationships/image" Target="../media/image266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Relationship Id="rId3" Type="http://schemas.openxmlformats.org/officeDocument/2006/relationships/image" Target="../media/image27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Relationship Id="rId3" Type="http://schemas.openxmlformats.org/officeDocument/2006/relationships/image" Target="../media/image278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Relationship Id="rId3" Type="http://schemas.openxmlformats.org/officeDocument/2006/relationships/image" Target="../media/image28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Relationship Id="rId3" Type="http://schemas.openxmlformats.org/officeDocument/2006/relationships/image" Target="../media/image28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Relationship Id="rId3" Type="http://schemas.openxmlformats.org/officeDocument/2006/relationships/image" Target="../media/image286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Relationship Id="rId3" Type="http://schemas.openxmlformats.org/officeDocument/2006/relationships/image" Target="../media/image288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Relationship Id="rId3" Type="http://schemas.openxmlformats.org/officeDocument/2006/relationships/image" Target="../media/image29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Relationship Id="rId3" Type="http://schemas.openxmlformats.org/officeDocument/2006/relationships/image" Target="../media/image296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Relationship Id="rId3" Type="http://schemas.openxmlformats.org/officeDocument/2006/relationships/image" Target="../media/image298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image" Target="../media/image3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mod_s111_1</a:t>
            </a:r>
          </a:p>
        </p:txBody>
      </p:sp>
      <p:pic>
        <p:nvPicPr>
          <p:cNvPr id="3" name="Picture 2" descr="stimuli_mod_s1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1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mod_s112_1</a:t>
            </a:r>
          </a:p>
        </p:txBody>
      </p:sp>
      <p:pic>
        <p:nvPicPr>
          <p:cNvPr id="3" name="Picture 2" descr="stimuli_mod_s1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1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mod_s211_1</a:t>
            </a:r>
          </a:p>
        </p:txBody>
      </p:sp>
      <p:pic>
        <p:nvPicPr>
          <p:cNvPr id="3" name="Picture 2" descr="stimuli_mod_s2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2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mod_s311_1</a:t>
            </a:r>
          </a:p>
        </p:txBody>
      </p:sp>
      <p:pic>
        <p:nvPicPr>
          <p:cNvPr id="3" name="Picture 2" descr="stimuli_mod_s3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mod_s321_1</a:t>
            </a:r>
          </a:p>
        </p:txBody>
      </p:sp>
      <p:pic>
        <p:nvPicPr>
          <p:cNvPr id="3" name="Picture 2" descr="stimuli_mod_s3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mod_s331_1</a:t>
            </a:r>
          </a:p>
        </p:txBody>
      </p:sp>
      <p:pic>
        <p:nvPicPr>
          <p:cNvPr id="3" name="Picture 2" descr="stimuli_mod_s3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mod_s332_1</a:t>
            </a:r>
          </a:p>
        </p:txBody>
      </p:sp>
      <p:pic>
        <p:nvPicPr>
          <p:cNvPr id="3" name="Picture 2" descr="stimuli_mod_s3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mod_s351_1</a:t>
            </a:r>
          </a:p>
        </p:txBody>
      </p:sp>
      <p:pic>
        <p:nvPicPr>
          <p:cNvPr id="3" name="Picture 2" descr="stimuli_mod_s35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5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mod_s361_1</a:t>
            </a:r>
          </a:p>
        </p:txBody>
      </p:sp>
      <p:pic>
        <p:nvPicPr>
          <p:cNvPr id="3" name="Picture 2" descr="stimuli_mod_s3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6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mod_s362_1</a:t>
            </a:r>
          </a:p>
        </p:txBody>
      </p:sp>
      <p:pic>
        <p:nvPicPr>
          <p:cNvPr id="3" name="Picture 2" descr="stimuli_mod_s36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6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mod_s371_1</a:t>
            </a:r>
          </a:p>
        </p:txBody>
      </p:sp>
      <p:pic>
        <p:nvPicPr>
          <p:cNvPr id="3" name="Picture 2" descr="stimuli_mod_s3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37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mod_s432_1</a:t>
            </a:r>
          </a:p>
        </p:txBody>
      </p:sp>
      <p:pic>
        <p:nvPicPr>
          <p:cNvPr id="3" name="Picture 2" descr="stimuli_mod_s4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4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mod_s441_1</a:t>
            </a:r>
          </a:p>
        </p:txBody>
      </p:sp>
      <p:pic>
        <p:nvPicPr>
          <p:cNvPr id="3" name="Picture 2" descr="stimuli_mod_s4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4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mod_s442_1</a:t>
            </a:r>
          </a:p>
        </p:txBody>
      </p:sp>
      <p:pic>
        <p:nvPicPr>
          <p:cNvPr id="3" name="Picture 2" descr="stimuli_mod_s4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4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mod_s511_1</a:t>
            </a:r>
          </a:p>
        </p:txBody>
      </p:sp>
      <p:pic>
        <p:nvPicPr>
          <p:cNvPr id="3" name="Picture 2" descr="stimuli_mod_s5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mod_s521_1</a:t>
            </a:r>
          </a:p>
        </p:txBody>
      </p:sp>
      <p:pic>
        <p:nvPicPr>
          <p:cNvPr id="3" name="Picture 2" descr="stimuli_mod_s5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mod_s531_1</a:t>
            </a:r>
          </a:p>
        </p:txBody>
      </p:sp>
      <p:pic>
        <p:nvPicPr>
          <p:cNvPr id="3" name="Picture 2" descr="stimuli_mod_s5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mod_s532_1</a:t>
            </a:r>
          </a:p>
        </p:txBody>
      </p:sp>
      <p:pic>
        <p:nvPicPr>
          <p:cNvPr id="3" name="Picture 2" descr="stimuli_mod_s5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mod_s541_1</a:t>
            </a:r>
          </a:p>
        </p:txBody>
      </p:sp>
      <p:pic>
        <p:nvPicPr>
          <p:cNvPr id="3" name="Picture 2" descr="stimuli_mod_s5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mod_s542_1</a:t>
            </a:r>
          </a:p>
        </p:txBody>
      </p:sp>
      <p:pic>
        <p:nvPicPr>
          <p:cNvPr id="3" name="Picture 2" descr="stimuli_mod_s5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mod_s543_1</a:t>
            </a:r>
          </a:p>
        </p:txBody>
      </p:sp>
      <p:pic>
        <p:nvPicPr>
          <p:cNvPr id="3" name="Picture 2" descr="stimuli_mod_s54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4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EXP1 | mod_s544_1</a:t>
            </a:r>
          </a:p>
        </p:txBody>
      </p:sp>
      <p:pic>
        <p:nvPicPr>
          <p:cNvPr id="3" name="Picture 2" descr="stimuli_mod_s5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1_mod_s54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s221_1</a:t>
            </a:r>
          </a:p>
        </p:txBody>
      </p:sp>
      <p:pic>
        <p:nvPicPr>
          <p:cNvPr id="3" name="Picture 2" descr="stimuli_s2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2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s221_2</a:t>
            </a:r>
          </a:p>
        </p:txBody>
      </p:sp>
      <p:pic>
        <p:nvPicPr>
          <p:cNvPr id="3" name="Picture 2" descr="stimuli_s2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2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s311_1</a:t>
            </a:r>
          </a:p>
        </p:txBody>
      </p:sp>
      <p:pic>
        <p:nvPicPr>
          <p:cNvPr id="3" name="Picture 2" descr="stimuli_s3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s311_2</a:t>
            </a:r>
          </a:p>
        </p:txBody>
      </p:sp>
      <p:pic>
        <p:nvPicPr>
          <p:cNvPr id="3" name="Picture 2" descr="stimuli_s3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s321_1</a:t>
            </a:r>
          </a:p>
        </p:txBody>
      </p:sp>
      <p:pic>
        <p:nvPicPr>
          <p:cNvPr id="3" name="Picture 2" descr="stimuli_s3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s321_2</a:t>
            </a:r>
          </a:p>
        </p:txBody>
      </p:sp>
      <p:pic>
        <p:nvPicPr>
          <p:cNvPr id="3" name="Picture 2" descr="stimuli_s3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s331_1</a:t>
            </a:r>
          </a:p>
        </p:txBody>
      </p:sp>
      <p:pic>
        <p:nvPicPr>
          <p:cNvPr id="3" name="Picture 2" descr="stimuli_s3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s331_2</a:t>
            </a:r>
          </a:p>
        </p:txBody>
      </p:sp>
      <p:pic>
        <p:nvPicPr>
          <p:cNvPr id="3" name="Picture 2" descr="stimuli_s33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s332_1</a:t>
            </a:r>
          </a:p>
        </p:txBody>
      </p:sp>
      <p:pic>
        <p:nvPicPr>
          <p:cNvPr id="3" name="Picture 2" descr="stimuli_s3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s332_2</a:t>
            </a:r>
          </a:p>
        </p:txBody>
      </p:sp>
      <p:pic>
        <p:nvPicPr>
          <p:cNvPr id="3" name="Picture 2" descr="stimuli_s33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s341_1</a:t>
            </a:r>
          </a:p>
        </p:txBody>
      </p:sp>
      <p:pic>
        <p:nvPicPr>
          <p:cNvPr id="3" name="Picture 2" descr="stimuli_s3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s341_2</a:t>
            </a:r>
          </a:p>
        </p:txBody>
      </p:sp>
      <p:pic>
        <p:nvPicPr>
          <p:cNvPr id="3" name="Picture 2" descr="stimuli_s34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s342_1</a:t>
            </a:r>
          </a:p>
        </p:txBody>
      </p:sp>
      <p:pic>
        <p:nvPicPr>
          <p:cNvPr id="3" name="Picture 2" descr="stimuli_s3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s342_2</a:t>
            </a:r>
          </a:p>
        </p:txBody>
      </p:sp>
      <p:pic>
        <p:nvPicPr>
          <p:cNvPr id="3" name="Picture 2" descr="stimuli_s34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s351_1</a:t>
            </a:r>
          </a:p>
        </p:txBody>
      </p:sp>
      <p:pic>
        <p:nvPicPr>
          <p:cNvPr id="3" name="Picture 2" descr="stimuli_s35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5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s351_2</a:t>
            </a:r>
          </a:p>
        </p:txBody>
      </p:sp>
      <p:pic>
        <p:nvPicPr>
          <p:cNvPr id="3" name="Picture 2" descr="stimuli_s35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5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s361_1</a:t>
            </a:r>
          </a:p>
        </p:txBody>
      </p:sp>
      <p:pic>
        <p:nvPicPr>
          <p:cNvPr id="3" name="Picture 2" descr="stimuli_s3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6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s361_2</a:t>
            </a:r>
          </a:p>
        </p:txBody>
      </p:sp>
      <p:pic>
        <p:nvPicPr>
          <p:cNvPr id="3" name="Picture 2" descr="stimuli_s36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6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s371_1</a:t>
            </a:r>
          </a:p>
        </p:txBody>
      </p:sp>
      <p:pic>
        <p:nvPicPr>
          <p:cNvPr id="3" name="Picture 2" descr="stimuli_s3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7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s371_2</a:t>
            </a:r>
          </a:p>
        </p:txBody>
      </p:sp>
      <p:pic>
        <p:nvPicPr>
          <p:cNvPr id="3" name="Picture 2" descr="stimuli_s37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37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s411_1</a:t>
            </a:r>
          </a:p>
        </p:txBody>
      </p:sp>
      <p:pic>
        <p:nvPicPr>
          <p:cNvPr id="3" name="Picture 2" descr="stimuli_s4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s411_2</a:t>
            </a:r>
          </a:p>
        </p:txBody>
      </p:sp>
      <p:pic>
        <p:nvPicPr>
          <p:cNvPr id="3" name="Picture 2" descr="stimuli_s4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s421_1</a:t>
            </a:r>
          </a:p>
        </p:txBody>
      </p:sp>
      <p:pic>
        <p:nvPicPr>
          <p:cNvPr id="3" name="Picture 2" descr="stimuli_s4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s421_2</a:t>
            </a:r>
          </a:p>
        </p:txBody>
      </p:sp>
      <p:pic>
        <p:nvPicPr>
          <p:cNvPr id="3" name="Picture 2" descr="stimuli_s4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s431_1</a:t>
            </a:r>
          </a:p>
        </p:txBody>
      </p:sp>
      <p:pic>
        <p:nvPicPr>
          <p:cNvPr id="3" name="Picture 2" descr="stimuli_s4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s431_2</a:t>
            </a:r>
          </a:p>
        </p:txBody>
      </p:sp>
      <p:pic>
        <p:nvPicPr>
          <p:cNvPr id="3" name="Picture 2" descr="stimuli_s43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s432_1</a:t>
            </a:r>
          </a:p>
        </p:txBody>
      </p:sp>
      <p:pic>
        <p:nvPicPr>
          <p:cNvPr id="3" name="Picture 2" descr="stimuli_s4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s432_2</a:t>
            </a:r>
          </a:p>
        </p:txBody>
      </p:sp>
      <p:pic>
        <p:nvPicPr>
          <p:cNvPr id="3" name="Picture 2" descr="stimuli_s43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s441_1</a:t>
            </a:r>
          </a:p>
        </p:txBody>
      </p:sp>
      <p:pic>
        <p:nvPicPr>
          <p:cNvPr id="3" name="Picture 2" descr="stimuli_s4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s441_2</a:t>
            </a:r>
          </a:p>
        </p:txBody>
      </p:sp>
      <p:pic>
        <p:nvPicPr>
          <p:cNvPr id="3" name="Picture 2" descr="stimuli_s44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s442_1</a:t>
            </a:r>
          </a:p>
        </p:txBody>
      </p:sp>
      <p:pic>
        <p:nvPicPr>
          <p:cNvPr id="3" name="Picture 2" descr="stimuli_s4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s442_2</a:t>
            </a:r>
          </a:p>
        </p:txBody>
      </p:sp>
      <p:pic>
        <p:nvPicPr>
          <p:cNvPr id="3" name="Picture 2" descr="stimuli_s44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4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s511_1</a:t>
            </a:r>
          </a:p>
        </p:txBody>
      </p:sp>
      <p:pic>
        <p:nvPicPr>
          <p:cNvPr id="3" name="Picture 2" descr="stimuli_s5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s511_2</a:t>
            </a:r>
          </a:p>
        </p:txBody>
      </p:sp>
      <p:pic>
        <p:nvPicPr>
          <p:cNvPr id="3" name="Picture 2" descr="stimuli_s51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s521_1</a:t>
            </a:r>
          </a:p>
        </p:txBody>
      </p:sp>
      <p:pic>
        <p:nvPicPr>
          <p:cNvPr id="3" name="Picture 2" descr="stimuli_s5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s521_2</a:t>
            </a:r>
          </a:p>
        </p:txBody>
      </p:sp>
      <p:pic>
        <p:nvPicPr>
          <p:cNvPr id="3" name="Picture 2" descr="stimuli_s52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s531_1</a:t>
            </a:r>
          </a:p>
        </p:txBody>
      </p:sp>
      <p:pic>
        <p:nvPicPr>
          <p:cNvPr id="3" name="Picture 2" descr="stimuli_s5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3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s531_2</a:t>
            </a:r>
          </a:p>
        </p:txBody>
      </p:sp>
      <p:pic>
        <p:nvPicPr>
          <p:cNvPr id="3" name="Picture 2" descr="stimuli_s53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s532_1</a:t>
            </a:r>
          </a:p>
        </p:txBody>
      </p:sp>
      <p:pic>
        <p:nvPicPr>
          <p:cNvPr id="3" name="Picture 2" descr="stimuli_s5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3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s532_2</a:t>
            </a:r>
          </a:p>
        </p:txBody>
      </p:sp>
      <p:pic>
        <p:nvPicPr>
          <p:cNvPr id="3" name="Picture 2" descr="stimuli_s53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s541_1</a:t>
            </a:r>
          </a:p>
        </p:txBody>
      </p:sp>
      <p:pic>
        <p:nvPicPr>
          <p:cNvPr id="3" name="Picture 2" descr="stimuli_s5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s541_2</a:t>
            </a:r>
          </a:p>
        </p:txBody>
      </p:sp>
      <p:pic>
        <p:nvPicPr>
          <p:cNvPr id="3" name="Picture 2" descr="stimuli_s54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s542_1</a:t>
            </a:r>
          </a:p>
        </p:txBody>
      </p:sp>
      <p:pic>
        <p:nvPicPr>
          <p:cNvPr id="3" name="Picture 2" descr="stimuli_s5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s542_2</a:t>
            </a:r>
          </a:p>
        </p:txBody>
      </p:sp>
      <p:pic>
        <p:nvPicPr>
          <p:cNvPr id="3" name="Picture 2" descr="stimuli_s54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s543_1</a:t>
            </a:r>
          </a:p>
        </p:txBody>
      </p:sp>
      <p:pic>
        <p:nvPicPr>
          <p:cNvPr id="3" name="Picture 2" descr="stimuli_s54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s543_2</a:t>
            </a:r>
          </a:p>
        </p:txBody>
      </p:sp>
      <p:pic>
        <p:nvPicPr>
          <p:cNvPr id="3" name="Picture 2" descr="stimuli_s54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s544_1</a:t>
            </a:r>
          </a:p>
        </p:txBody>
      </p:sp>
      <p:pic>
        <p:nvPicPr>
          <p:cNvPr id="3" name="Picture 2" descr="stimuli_s5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EXP2 | s544_2</a:t>
            </a:r>
          </a:p>
        </p:txBody>
      </p:sp>
      <p:pic>
        <p:nvPicPr>
          <p:cNvPr id="3" name="Picture 2" descr="stimuli_s54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2_s54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sm211_scenario1</a:t>
            </a:r>
          </a:p>
        </p:txBody>
      </p:sp>
      <p:pic>
        <p:nvPicPr>
          <p:cNvPr id="3" name="Picture 2" descr="stimuli_sm2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2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sm211_scenario2</a:t>
            </a:r>
          </a:p>
        </p:txBody>
      </p:sp>
      <p:pic>
        <p:nvPicPr>
          <p:cNvPr id="3" name="Picture 2" descr="stimuli_sm2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2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sm221_scenario1</a:t>
            </a:r>
          </a:p>
        </p:txBody>
      </p:sp>
      <p:pic>
        <p:nvPicPr>
          <p:cNvPr id="3" name="Picture 2" descr="stimuli_sm2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2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sm221_scenario2</a:t>
            </a:r>
          </a:p>
        </p:txBody>
      </p:sp>
      <p:pic>
        <p:nvPicPr>
          <p:cNvPr id="3" name="Picture 2" descr="stimuli_sm2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2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sm311_scenario1</a:t>
            </a:r>
          </a:p>
        </p:txBody>
      </p:sp>
      <p:pic>
        <p:nvPicPr>
          <p:cNvPr id="3" name="Picture 2" descr="stimuli_sm3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sm311_scenario2</a:t>
            </a:r>
          </a:p>
        </p:txBody>
      </p:sp>
      <p:pic>
        <p:nvPicPr>
          <p:cNvPr id="3" name="Picture 2" descr="stimuli_sm3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sm321_scenario1</a:t>
            </a:r>
          </a:p>
        </p:txBody>
      </p:sp>
      <p:pic>
        <p:nvPicPr>
          <p:cNvPr id="3" name="Picture 2" descr="stimuli_sm3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sm321_scenario2</a:t>
            </a:r>
          </a:p>
        </p:txBody>
      </p:sp>
      <p:pic>
        <p:nvPicPr>
          <p:cNvPr id="3" name="Picture 2" descr="stimuli_sm3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sm331_scenario1</a:t>
            </a:r>
          </a:p>
        </p:txBody>
      </p:sp>
      <p:pic>
        <p:nvPicPr>
          <p:cNvPr id="3" name="Picture 2" descr="stimuli_sm3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sm331_scenario2</a:t>
            </a:r>
          </a:p>
        </p:txBody>
      </p:sp>
      <p:pic>
        <p:nvPicPr>
          <p:cNvPr id="3" name="Picture 2" descr="stimuli_sm3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sm332_scenario1</a:t>
            </a:r>
          </a:p>
        </p:txBody>
      </p:sp>
      <p:pic>
        <p:nvPicPr>
          <p:cNvPr id="3" name="Picture 2" descr="stimuli_sm3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32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sm332_scenario2</a:t>
            </a:r>
          </a:p>
        </p:txBody>
      </p:sp>
      <p:pic>
        <p:nvPicPr>
          <p:cNvPr id="3" name="Picture 2" descr="stimuli_sm332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sm341_scenario1</a:t>
            </a:r>
          </a:p>
        </p:txBody>
      </p:sp>
      <p:pic>
        <p:nvPicPr>
          <p:cNvPr id="3" name="Picture 2" descr="stimuli_sm3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4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sm341_scenario2</a:t>
            </a:r>
          </a:p>
        </p:txBody>
      </p:sp>
      <p:pic>
        <p:nvPicPr>
          <p:cNvPr id="3" name="Picture 2" descr="stimuli_sm34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sm342_scenario1</a:t>
            </a:r>
          </a:p>
        </p:txBody>
      </p:sp>
      <p:pic>
        <p:nvPicPr>
          <p:cNvPr id="3" name="Picture 2" descr="stimuli_sm34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42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sm342_scenario2</a:t>
            </a:r>
          </a:p>
        </p:txBody>
      </p:sp>
      <p:pic>
        <p:nvPicPr>
          <p:cNvPr id="3" name="Picture 2" descr="stimuli_sm342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4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sm351_scenario1</a:t>
            </a:r>
          </a:p>
        </p:txBody>
      </p:sp>
      <p:pic>
        <p:nvPicPr>
          <p:cNvPr id="3" name="Picture 2" descr="stimuli_sm35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5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sm351_scenario2</a:t>
            </a:r>
          </a:p>
        </p:txBody>
      </p:sp>
      <p:pic>
        <p:nvPicPr>
          <p:cNvPr id="3" name="Picture 2" descr="stimuli_sm35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5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sm361_scenario1</a:t>
            </a:r>
          </a:p>
        </p:txBody>
      </p:sp>
      <p:pic>
        <p:nvPicPr>
          <p:cNvPr id="3" name="Picture 2" descr="stimuli_sm36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6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sm361_scenario2</a:t>
            </a:r>
          </a:p>
        </p:txBody>
      </p:sp>
      <p:pic>
        <p:nvPicPr>
          <p:cNvPr id="3" name="Picture 2" descr="stimuli_sm36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6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sm371_scenario1</a:t>
            </a:r>
          </a:p>
        </p:txBody>
      </p:sp>
      <p:pic>
        <p:nvPicPr>
          <p:cNvPr id="3" name="Picture 2" descr="stimuli_sm37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7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sm371_scenario2</a:t>
            </a:r>
          </a:p>
        </p:txBody>
      </p:sp>
      <p:pic>
        <p:nvPicPr>
          <p:cNvPr id="3" name="Picture 2" descr="stimuli_sm37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37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sm411_scenario1</a:t>
            </a:r>
          </a:p>
        </p:txBody>
      </p:sp>
      <p:pic>
        <p:nvPicPr>
          <p:cNvPr id="3" name="Picture 2" descr="stimuli_sm4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sm411_scenario2</a:t>
            </a:r>
          </a:p>
        </p:txBody>
      </p:sp>
      <p:pic>
        <p:nvPicPr>
          <p:cNvPr id="3" name="Picture 2" descr="stimuli_sm4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sm421_scenario1</a:t>
            </a:r>
          </a:p>
        </p:txBody>
      </p:sp>
      <p:pic>
        <p:nvPicPr>
          <p:cNvPr id="3" name="Picture 2" descr="stimuli_sm4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sm421_scenario2</a:t>
            </a:r>
          </a:p>
        </p:txBody>
      </p:sp>
      <p:pic>
        <p:nvPicPr>
          <p:cNvPr id="3" name="Picture 2" descr="stimuli_sm4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sm431_scenario1</a:t>
            </a:r>
          </a:p>
        </p:txBody>
      </p:sp>
      <p:pic>
        <p:nvPicPr>
          <p:cNvPr id="3" name="Picture 2" descr="stimuli_sm4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sm431_scenario2</a:t>
            </a:r>
          </a:p>
        </p:txBody>
      </p:sp>
      <p:pic>
        <p:nvPicPr>
          <p:cNvPr id="3" name="Picture 2" descr="stimuli_sm4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sm432_scenario1</a:t>
            </a:r>
          </a:p>
        </p:txBody>
      </p:sp>
      <p:pic>
        <p:nvPicPr>
          <p:cNvPr id="3" name="Picture 2" descr="stimuli_sm4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32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sm432_scenario2</a:t>
            </a:r>
          </a:p>
        </p:txBody>
      </p:sp>
      <p:pic>
        <p:nvPicPr>
          <p:cNvPr id="3" name="Picture 2" descr="stimuli_sm432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4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sm511_scenario1</a:t>
            </a:r>
          </a:p>
        </p:txBody>
      </p:sp>
      <p:pic>
        <p:nvPicPr>
          <p:cNvPr id="3" name="Picture 2" descr="stimuli_sm5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sm511_scenario2</a:t>
            </a:r>
          </a:p>
        </p:txBody>
      </p:sp>
      <p:pic>
        <p:nvPicPr>
          <p:cNvPr id="3" name="Picture 2" descr="stimuli_sm5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sm521_scenario1</a:t>
            </a:r>
          </a:p>
        </p:txBody>
      </p:sp>
      <p:pic>
        <p:nvPicPr>
          <p:cNvPr id="3" name="Picture 2" descr="stimuli_sm5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sm521_scenario2</a:t>
            </a:r>
          </a:p>
        </p:txBody>
      </p:sp>
      <p:pic>
        <p:nvPicPr>
          <p:cNvPr id="3" name="Picture 2" descr="stimuli_sm5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sm531_scenario1</a:t>
            </a:r>
          </a:p>
        </p:txBody>
      </p:sp>
      <p:pic>
        <p:nvPicPr>
          <p:cNvPr id="3" name="Picture 2" descr="stimuli_sm5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sm531_scenario2</a:t>
            </a:r>
          </a:p>
        </p:txBody>
      </p:sp>
      <p:pic>
        <p:nvPicPr>
          <p:cNvPr id="3" name="Picture 2" descr="stimuli_sm5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sm541_scenario1</a:t>
            </a:r>
          </a:p>
        </p:txBody>
      </p:sp>
      <p:pic>
        <p:nvPicPr>
          <p:cNvPr id="3" name="Picture 2" descr="stimuli_sm5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4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sm541_scenario2</a:t>
            </a:r>
          </a:p>
        </p:txBody>
      </p:sp>
      <p:pic>
        <p:nvPicPr>
          <p:cNvPr id="3" name="Picture 2" descr="stimuli_sm54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sm543_scenario1</a:t>
            </a:r>
          </a:p>
        </p:txBody>
      </p:sp>
      <p:pic>
        <p:nvPicPr>
          <p:cNvPr id="3" name="Picture 2" descr="stimuli_sm543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43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EXP3 | sm543_scenario2</a:t>
            </a:r>
          </a:p>
        </p:txBody>
      </p:sp>
      <p:pic>
        <p:nvPicPr>
          <p:cNvPr id="3" name="Picture 2" descr="stimuli_sm543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3_sm543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sm211_scenario1</a:t>
            </a:r>
          </a:p>
        </p:txBody>
      </p:sp>
      <p:pic>
        <p:nvPicPr>
          <p:cNvPr id="3" name="Picture 2" descr="stimuli_sm2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2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sm211_scenario2</a:t>
            </a:r>
          </a:p>
        </p:txBody>
      </p:sp>
      <p:pic>
        <p:nvPicPr>
          <p:cNvPr id="3" name="Picture 2" descr="stimuli_sm2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2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sm221_scenario1</a:t>
            </a:r>
          </a:p>
        </p:txBody>
      </p:sp>
      <p:pic>
        <p:nvPicPr>
          <p:cNvPr id="3" name="Picture 2" descr="stimuli_sm2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2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sm221_scenario2</a:t>
            </a:r>
          </a:p>
        </p:txBody>
      </p:sp>
      <p:pic>
        <p:nvPicPr>
          <p:cNvPr id="3" name="Picture 2" descr="stimuli_sm2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2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sm311_scenario1</a:t>
            </a:r>
          </a:p>
        </p:txBody>
      </p:sp>
      <p:pic>
        <p:nvPicPr>
          <p:cNvPr id="3" name="Picture 2" descr="stimuli_sm3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sm311_scenario2</a:t>
            </a:r>
          </a:p>
        </p:txBody>
      </p:sp>
      <p:pic>
        <p:nvPicPr>
          <p:cNvPr id="3" name="Picture 2" descr="stimuli_sm3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sm321_scenario1</a:t>
            </a:r>
          </a:p>
        </p:txBody>
      </p:sp>
      <p:pic>
        <p:nvPicPr>
          <p:cNvPr id="3" name="Picture 2" descr="stimuli_sm3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sm321_scenario2</a:t>
            </a:r>
          </a:p>
        </p:txBody>
      </p:sp>
      <p:pic>
        <p:nvPicPr>
          <p:cNvPr id="3" name="Picture 2" descr="stimuli_sm3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sm331_scenario1</a:t>
            </a:r>
          </a:p>
        </p:txBody>
      </p:sp>
      <p:pic>
        <p:nvPicPr>
          <p:cNvPr id="3" name="Picture 2" descr="stimuli_sm3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sm331_scenario2</a:t>
            </a:r>
          </a:p>
        </p:txBody>
      </p:sp>
      <p:pic>
        <p:nvPicPr>
          <p:cNvPr id="3" name="Picture 2" descr="stimuli_sm3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sm341_scenario1</a:t>
            </a:r>
          </a:p>
        </p:txBody>
      </p:sp>
      <p:pic>
        <p:nvPicPr>
          <p:cNvPr id="3" name="Picture 2" descr="stimuli_sm3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4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sm341_scenario2</a:t>
            </a:r>
          </a:p>
        </p:txBody>
      </p:sp>
      <p:pic>
        <p:nvPicPr>
          <p:cNvPr id="3" name="Picture 2" descr="stimuli_sm34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sm351_scenario1</a:t>
            </a:r>
          </a:p>
        </p:txBody>
      </p:sp>
      <p:pic>
        <p:nvPicPr>
          <p:cNvPr id="3" name="Picture 2" descr="stimuli_sm35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5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sm351_scenario2</a:t>
            </a:r>
          </a:p>
        </p:txBody>
      </p:sp>
      <p:pic>
        <p:nvPicPr>
          <p:cNvPr id="3" name="Picture 2" descr="stimuli_sm35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5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sm361_scenario1</a:t>
            </a:r>
          </a:p>
        </p:txBody>
      </p:sp>
      <p:pic>
        <p:nvPicPr>
          <p:cNvPr id="3" name="Picture 2" descr="stimuli_sm36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6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sm361_scenario2</a:t>
            </a:r>
          </a:p>
        </p:txBody>
      </p:sp>
      <p:pic>
        <p:nvPicPr>
          <p:cNvPr id="3" name="Picture 2" descr="stimuli_sm36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6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sm371_scenario1</a:t>
            </a:r>
          </a:p>
        </p:txBody>
      </p:sp>
      <p:pic>
        <p:nvPicPr>
          <p:cNvPr id="3" name="Picture 2" descr="stimuli_sm37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7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sm371_scenario2</a:t>
            </a:r>
          </a:p>
        </p:txBody>
      </p:sp>
      <p:pic>
        <p:nvPicPr>
          <p:cNvPr id="3" name="Picture 2" descr="stimuli_sm37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37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sm411_scenario1</a:t>
            </a:r>
          </a:p>
        </p:txBody>
      </p:sp>
      <p:pic>
        <p:nvPicPr>
          <p:cNvPr id="3" name="Picture 2" descr="stimuli_sm4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sm411_scenario2</a:t>
            </a:r>
          </a:p>
        </p:txBody>
      </p:sp>
      <p:pic>
        <p:nvPicPr>
          <p:cNvPr id="3" name="Picture 2" descr="stimuli_sm4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sm421_scenario1</a:t>
            </a:r>
          </a:p>
        </p:txBody>
      </p:sp>
      <p:pic>
        <p:nvPicPr>
          <p:cNvPr id="3" name="Picture 2" descr="stimuli_sm4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sm421_scenario2</a:t>
            </a:r>
          </a:p>
        </p:txBody>
      </p:sp>
      <p:pic>
        <p:nvPicPr>
          <p:cNvPr id="3" name="Picture 2" descr="stimuli_sm4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sm431_scenario1</a:t>
            </a:r>
          </a:p>
        </p:txBody>
      </p:sp>
      <p:pic>
        <p:nvPicPr>
          <p:cNvPr id="3" name="Picture 2" descr="stimuli_sm4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sm431_scenario2</a:t>
            </a:r>
          </a:p>
        </p:txBody>
      </p:sp>
      <p:pic>
        <p:nvPicPr>
          <p:cNvPr id="3" name="Picture 2" descr="stimuli_sm4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sm432_scenario1</a:t>
            </a:r>
          </a:p>
        </p:txBody>
      </p:sp>
      <p:pic>
        <p:nvPicPr>
          <p:cNvPr id="3" name="Picture 2" descr="stimuli_sm4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32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sm432_scenario2</a:t>
            </a:r>
          </a:p>
        </p:txBody>
      </p:sp>
      <p:pic>
        <p:nvPicPr>
          <p:cNvPr id="3" name="Picture 2" descr="stimuli_sm432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4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sm511_scenario1</a:t>
            </a:r>
          </a:p>
        </p:txBody>
      </p:sp>
      <p:pic>
        <p:nvPicPr>
          <p:cNvPr id="3" name="Picture 2" descr="stimuli_sm5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sm511_scenario2</a:t>
            </a:r>
          </a:p>
        </p:txBody>
      </p:sp>
      <p:pic>
        <p:nvPicPr>
          <p:cNvPr id="3" name="Picture 2" descr="stimuli_sm5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sm521_scenario1</a:t>
            </a:r>
          </a:p>
        </p:txBody>
      </p:sp>
      <p:pic>
        <p:nvPicPr>
          <p:cNvPr id="3" name="Picture 2" descr="stimuli_sm5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2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sm521_scenario2</a:t>
            </a:r>
          </a:p>
        </p:txBody>
      </p:sp>
      <p:pic>
        <p:nvPicPr>
          <p:cNvPr id="3" name="Picture 2" descr="stimuli_sm52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sm531_scenario1</a:t>
            </a:r>
          </a:p>
        </p:txBody>
      </p:sp>
      <p:pic>
        <p:nvPicPr>
          <p:cNvPr id="3" name="Picture 2" descr="stimuli_sm5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3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sm531_scenario2</a:t>
            </a:r>
          </a:p>
        </p:txBody>
      </p:sp>
      <p:pic>
        <p:nvPicPr>
          <p:cNvPr id="3" name="Picture 2" descr="stimuli_sm53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sm541_scenario1</a:t>
            </a:r>
          </a:p>
        </p:txBody>
      </p:sp>
      <p:pic>
        <p:nvPicPr>
          <p:cNvPr id="3" name="Picture 2" descr="stimuli_sm5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4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sm541_scenario2</a:t>
            </a:r>
          </a:p>
        </p:txBody>
      </p:sp>
      <p:pic>
        <p:nvPicPr>
          <p:cNvPr id="3" name="Picture 2" descr="stimuli_sm54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sm543_scenario1</a:t>
            </a:r>
          </a:p>
        </p:txBody>
      </p:sp>
      <p:pic>
        <p:nvPicPr>
          <p:cNvPr id="3" name="Picture 2" descr="stimuli_sm543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43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sm543_scenario2</a:t>
            </a:r>
          </a:p>
        </p:txBody>
      </p:sp>
      <p:pic>
        <p:nvPicPr>
          <p:cNvPr id="3" name="Picture 2" descr="stimuli_sm543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543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sm611_scenario1</a:t>
            </a:r>
          </a:p>
        </p:txBody>
      </p:sp>
      <p:pic>
        <p:nvPicPr>
          <p:cNvPr id="3" name="Picture 2" descr="stimuli_sm6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611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sm611_scenario2</a:t>
            </a:r>
          </a:p>
        </p:txBody>
      </p:sp>
      <p:pic>
        <p:nvPicPr>
          <p:cNvPr id="3" name="Picture 2" descr="stimuli_sm611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6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sm612_scenario1</a:t>
            </a:r>
          </a:p>
        </p:txBody>
      </p:sp>
      <p:pic>
        <p:nvPicPr>
          <p:cNvPr id="3" name="Picture 2" descr="stimuli_sm61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612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EXP4 | sm612_scenario2</a:t>
            </a:r>
          </a:p>
        </p:txBody>
      </p:sp>
      <p:pic>
        <p:nvPicPr>
          <p:cNvPr id="3" name="Picture 2" descr="stimuli_sm612_scenari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0" y="411480"/>
            <a:ext cx="3734635" cy="4069080"/>
          </a:xfrm>
          <a:prstGeom prst="rect">
            <a:avLst/>
          </a:prstGeom>
        </p:spPr>
      </p:pic>
      <p:pic>
        <p:nvPicPr>
          <p:cNvPr id="4" name="Picture 3" descr="exp4_sm61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" y="4572000"/>
            <a:ext cx="11338560" cy="2148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