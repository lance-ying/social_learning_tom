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sm211</a:t>
            </a:r>
          </a:p>
        </p:txBody>
      </p:sp>
      <p:pic>
        <p:nvPicPr>
          <p:cNvPr id="3" name="Picture 2" descr="stimuli_sm2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sm211_scenario1</a:t>
            </a:r>
          </a:p>
        </p:txBody>
      </p:sp>
      <p:pic>
        <p:nvPicPr>
          <p:cNvPr id="5" name="Picture 4" descr="stimuli_sm2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sm211_scenario2</a:t>
            </a:r>
          </a:p>
        </p:txBody>
      </p:sp>
      <p:pic>
        <p:nvPicPr>
          <p:cNvPr id="7" name="Picture 6" descr="exp4_sm2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sm221</a:t>
            </a:r>
          </a:p>
        </p:txBody>
      </p:sp>
      <p:pic>
        <p:nvPicPr>
          <p:cNvPr id="3" name="Picture 2" descr="stimuli_sm2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sm221_scenario1</a:t>
            </a:r>
          </a:p>
        </p:txBody>
      </p:sp>
      <p:pic>
        <p:nvPicPr>
          <p:cNvPr id="5" name="Picture 4" descr="stimuli_sm2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sm221_scenario2</a:t>
            </a:r>
          </a:p>
        </p:txBody>
      </p:sp>
      <p:pic>
        <p:nvPicPr>
          <p:cNvPr id="7" name="Picture 6" descr="exp4_sm2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sm311</a:t>
            </a:r>
          </a:p>
        </p:txBody>
      </p:sp>
      <p:pic>
        <p:nvPicPr>
          <p:cNvPr id="3" name="Picture 2" descr="stimuli_sm3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sm311_scenario1</a:t>
            </a:r>
          </a:p>
        </p:txBody>
      </p:sp>
      <p:pic>
        <p:nvPicPr>
          <p:cNvPr id="5" name="Picture 4" descr="stimuli_sm3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sm311_scenario2</a:t>
            </a:r>
          </a:p>
        </p:txBody>
      </p:sp>
      <p:pic>
        <p:nvPicPr>
          <p:cNvPr id="7" name="Picture 6" descr="exp4_sm3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sm321</a:t>
            </a:r>
          </a:p>
        </p:txBody>
      </p:sp>
      <p:pic>
        <p:nvPicPr>
          <p:cNvPr id="3" name="Picture 2" descr="stimuli_sm3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sm321_scenario1</a:t>
            </a:r>
          </a:p>
        </p:txBody>
      </p:sp>
      <p:pic>
        <p:nvPicPr>
          <p:cNvPr id="5" name="Picture 4" descr="stimuli_sm3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sm321_scenario2</a:t>
            </a:r>
          </a:p>
        </p:txBody>
      </p:sp>
      <p:pic>
        <p:nvPicPr>
          <p:cNvPr id="7" name="Picture 6" descr="exp4_sm3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sm331</a:t>
            </a:r>
          </a:p>
        </p:txBody>
      </p:sp>
      <p:pic>
        <p:nvPicPr>
          <p:cNvPr id="3" name="Picture 2" descr="stimuli_sm3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sm331_scenario1</a:t>
            </a:r>
          </a:p>
        </p:txBody>
      </p:sp>
      <p:pic>
        <p:nvPicPr>
          <p:cNvPr id="5" name="Picture 4" descr="stimuli_sm3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sm331_scenario2</a:t>
            </a:r>
          </a:p>
        </p:txBody>
      </p:sp>
      <p:pic>
        <p:nvPicPr>
          <p:cNvPr id="7" name="Picture 6" descr="exp4_sm3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sm341</a:t>
            </a:r>
          </a:p>
        </p:txBody>
      </p:sp>
      <p:pic>
        <p:nvPicPr>
          <p:cNvPr id="3" name="Picture 2" descr="stimuli_sm3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sm341_scenario1</a:t>
            </a:r>
          </a:p>
        </p:txBody>
      </p:sp>
      <p:pic>
        <p:nvPicPr>
          <p:cNvPr id="5" name="Picture 4" descr="stimuli_sm3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sm341_scenario2</a:t>
            </a:r>
          </a:p>
        </p:txBody>
      </p:sp>
      <p:pic>
        <p:nvPicPr>
          <p:cNvPr id="7" name="Picture 6" descr="exp4_sm3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sm351</a:t>
            </a:r>
          </a:p>
        </p:txBody>
      </p:sp>
      <p:pic>
        <p:nvPicPr>
          <p:cNvPr id="3" name="Picture 2" descr="stimuli_sm35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sm351_scenario1</a:t>
            </a:r>
          </a:p>
        </p:txBody>
      </p:sp>
      <p:pic>
        <p:nvPicPr>
          <p:cNvPr id="5" name="Picture 4" descr="stimuli_sm35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sm351_scenario2</a:t>
            </a:r>
          </a:p>
        </p:txBody>
      </p:sp>
      <p:pic>
        <p:nvPicPr>
          <p:cNvPr id="7" name="Picture 6" descr="exp4_sm35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sm361</a:t>
            </a:r>
          </a:p>
        </p:txBody>
      </p:sp>
      <p:pic>
        <p:nvPicPr>
          <p:cNvPr id="3" name="Picture 2" descr="stimuli_sm36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sm361_scenario1</a:t>
            </a:r>
          </a:p>
        </p:txBody>
      </p:sp>
      <p:pic>
        <p:nvPicPr>
          <p:cNvPr id="5" name="Picture 4" descr="stimuli_sm36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sm361_scenario2</a:t>
            </a:r>
          </a:p>
        </p:txBody>
      </p:sp>
      <p:pic>
        <p:nvPicPr>
          <p:cNvPr id="7" name="Picture 6" descr="exp4_sm36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sm371</a:t>
            </a:r>
          </a:p>
        </p:txBody>
      </p:sp>
      <p:pic>
        <p:nvPicPr>
          <p:cNvPr id="3" name="Picture 2" descr="stimuli_sm37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sm371_scenario1</a:t>
            </a:r>
          </a:p>
        </p:txBody>
      </p:sp>
      <p:pic>
        <p:nvPicPr>
          <p:cNvPr id="5" name="Picture 4" descr="stimuli_sm37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sm371_scenario2</a:t>
            </a:r>
          </a:p>
        </p:txBody>
      </p:sp>
      <p:pic>
        <p:nvPicPr>
          <p:cNvPr id="7" name="Picture 6" descr="exp4_sm37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sm411</a:t>
            </a:r>
          </a:p>
        </p:txBody>
      </p:sp>
      <p:pic>
        <p:nvPicPr>
          <p:cNvPr id="3" name="Picture 2" descr="stimuli_sm4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sm411_scenario1</a:t>
            </a:r>
          </a:p>
        </p:txBody>
      </p:sp>
      <p:pic>
        <p:nvPicPr>
          <p:cNvPr id="5" name="Picture 4" descr="stimuli_sm4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sm411_scenario2</a:t>
            </a:r>
          </a:p>
        </p:txBody>
      </p:sp>
      <p:pic>
        <p:nvPicPr>
          <p:cNvPr id="7" name="Picture 6" descr="exp4_sm4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sm421</a:t>
            </a:r>
          </a:p>
        </p:txBody>
      </p:sp>
      <p:pic>
        <p:nvPicPr>
          <p:cNvPr id="3" name="Picture 2" descr="stimuli_sm4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sm421_scenario1</a:t>
            </a:r>
          </a:p>
        </p:txBody>
      </p:sp>
      <p:pic>
        <p:nvPicPr>
          <p:cNvPr id="5" name="Picture 4" descr="stimuli_sm4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sm421_scenario2</a:t>
            </a:r>
          </a:p>
        </p:txBody>
      </p:sp>
      <p:pic>
        <p:nvPicPr>
          <p:cNvPr id="7" name="Picture 6" descr="exp4_sm4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sm431</a:t>
            </a:r>
          </a:p>
        </p:txBody>
      </p:sp>
      <p:pic>
        <p:nvPicPr>
          <p:cNvPr id="3" name="Picture 2" descr="stimuli_sm4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sm431_scenario1</a:t>
            </a:r>
          </a:p>
        </p:txBody>
      </p:sp>
      <p:pic>
        <p:nvPicPr>
          <p:cNvPr id="5" name="Picture 4" descr="stimuli_sm4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sm431_scenario2</a:t>
            </a:r>
          </a:p>
        </p:txBody>
      </p:sp>
      <p:pic>
        <p:nvPicPr>
          <p:cNvPr id="7" name="Picture 6" descr="exp4_sm4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sm432</a:t>
            </a:r>
          </a:p>
        </p:txBody>
      </p:sp>
      <p:pic>
        <p:nvPicPr>
          <p:cNvPr id="3" name="Picture 2" descr="stimuli_sm43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sm432_scenario1</a:t>
            </a:r>
          </a:p>
        </p:txBody>
      </p:sp>
      <p:pic>
        <p:nvPicPr>
          <p:cNvPr id="5" name="Picture 4" descr="stimuli_sm43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sm432_scenario2</a:t>
            </a:r>
          </a:p>
        </p:txBody>
      </p:sp>
      <p:pic>
        <p:nvPicPr>
          <p:cNvPr id="7" name="Picture 6" descr="exp4_sm43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sm511</a:t>
            </a:r>
          </a:p>
        </p:txBody>
      </p:sp>
      <p:pic>
        <p:nvPicPr>
          <p:cNvPr id="3" name="Picture 2" descr="stimuli_sm5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sm511_scenario1</a:t>
            </a:r>
          </a:p>
        </p:txBody>
      </p:sp>
      <p:pic>
        <p:nvPicPr>
          <p:cNvPr id="5" name="Picture 4" descr="stimuli_sm5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sm511_scenario2</a:t>
            </a:r>
          </a:p>
        </p:txBody>
      </p:sp>
      <p:pic>
        <p:nvPicPr>
          <p:cNvPr id="7" name="Picture 6" descr="exp4_sm5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sm521</a:t>
            </a:r>
          </a:p>
        </p:txBody>
      </p:sp>
      <p:pic>
        <p:nvPicPr>
          <p:cNvPr id="3" name="Picture 2" descr="stimuli_sm52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sm521_scenario1</a:t>
            </a:r>
          </a:p>
        </p:txBody>
      </p:sp>
      <p:pic>
        <p:nvPicPr>
          <p:cNvPr id="5" name="Picture 4" descr="stimuli_sm52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sm521_scenario2</a:t>
            </a:r>
          </a:p>
        </p:txBody>
      </p:sp>
      <p:pic>
        <p:nvPicPr>
          <p:cNvPr id="7" name="Picture 6" descr="exp4_sm52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sm531</a:t>
            </a:r>
          </a:p>
        </p:txBody>
      </p:sp>
      <p:pic>
        <p:nvPicPr>
          <p:cNvPr id="3" name="Picture 2" descr="stimuli_sm53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sm531_scenario1</a:t>
            </a:r>
          </a:p>
        </p:txBody>
      </p:sp>
      <p:pic>
        <p:nvPicPr>
          <p:cNvPr id="5" name="Picture 4" descr="stimuli_sm53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sm531_scenario2</a:t>
            </a:r>
          </a:p>
        </p:txBody>
      </p:sp>
      <p:pic>
        <p:nvPicPr>
          <p:cNvPr id="7" name="Picture 6" descr="exp4_sm53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sm541</a:t>
            </a:r>
          </a:p>
        </p:txBody>
      </p:sp>
      <p:pic>
        <p:nvPicPr>
          <p:cNvPr id="3" name="Picture 2" descr="stimuli_sm54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sm541_scenario1</a:t>
            </a:r>
          </a:p>
        </p:txBody>
      </p:sp>
      <p:pic>
        <p:nvPicPr>
          <p:cNvPr id="5" name="Picture 4" descr="stimuli_sm54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sm541_scenario2</a:t>
            </a:r>
          </a:p>
        </p:txBody>
      </p:sp>
      <p:pic>
        <p:nvPicPr>
          <p:cNvPr id="7" name="Picture 6" descr="exp4_sm54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sm543</a:t>
            </a:r>
          </a:p>
        </p:txBody>
      </p:sp>
      <p:pic>
        <p:nvPicPr>
          <p:cNvPr id="3" name="Picture 2" descr="stimuli_sm543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sm543_scenario1</a:t>
            </a:r>
          </a:p>
        </p:txBody>
      </p:sp>
      <p:pic>
        <p:nvPicPr>
          <p:cNvPr id="5" name="Picture 4" descr="stimuli_sm543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sm543_scenario2</a:t>
            </a:r>
          </a:p>
        </p:txBody>
      </p:sp>
      <p:pic>
        <p:nvPicPr>
          <p:cNvPr id="7" name="Picture 6" descr="exp4_sm543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sm611</a:t>
            </a:r>
          </a:p>
        </p:txBody>
      </p:sp>
      <p:pic>
        <p:nvPicPr>
          <p:cNvPr id="3" name="Picture 2" descr="stimuli_sm611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sm611_scenario1</a:t>
            </a:r>
          </a:p>
        </p:txBody>
      </p:sp>
      <p:pic>
        <p:nvPicPr>
          <p:cNvPr id="5" name="Picture 4" descr="stimuli_sm611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sm611_scenario2</a:t>
            </a:r>
          </a:p>
        </p:txBody>
      </p:sp>
      <p:pic>
        <p:nvPicPr>
          <p:cNvPr id="7" name="Picture 6" descr="exp4_sm611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28600" y="45720"/>
            <a:ext cx="11750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/>
            </a:pPr>
            <a:r>
              <a:t>EXP4 | sm612</a:t>
            </a:r>
          </a:p>
        </p:txBody>
      </p:sp>
      <p:pic>
        <p:nvPicPr>
          <p:cNvPr id="3" name="Picture 2" descr="stimuli_sm612_scenari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747" y="566928"/>
            <a:ext cx="3004492" cy="32735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98747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sm612_scenario1</a:t>
            </a:r>
          </a:p>
        </p:txBody>
      </p:sp>
      <p:pic>
        <p:nvPicPr>
          <p:cNvPr id="5" name="Picture 4" descr="stimuli_sm612_scenari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455" y="566928"/>
            <a:ext cx="3004492" cy="3273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88455" y="310896"/>
            <a:ext cx="3004492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800"/>
            </a:pPr>
            <a:r>
              <a:t>sm612_scenario2</a:t>
            </a:r>
          </a:p>
        </p:txBody>
      </p:sp>
      <p:pic>
        <p:nvPicPr>
          <p:cNvPr id="7" name="Picture 6" descr="exp4_sm612_p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506" y="3840480"/>
            <a:ext cx="8825940" cy="269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