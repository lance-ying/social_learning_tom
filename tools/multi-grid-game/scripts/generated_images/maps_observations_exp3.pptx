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image" Target="../media/image3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image" Target="../media/image38.png"/><Relationship Id="rId4" Type="http://schemas.openxmlformats.org/officeDocument/2006/relationships/image" Target="../media/image3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Relationship Id="rId3" Type="http://schemas.openxmlformats.org/officeDocument/2006/relationships/image" Target="../media/image44.png"/><Relationship Id="rId4" Type="http://schemas.openxmlformats.org/officeDocument/2006/relationships/image" Target="../media/image4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Relationship Id="rId3" Type="http://schemas.openxmlformats.org/officeDocument/2006/relationships/image" Target="../media/image47.png"/><Relationship Id="rId4" Type="http://schemas.openxmlformats.org/officeDocument/2006/relationships/image" Target="../media/image4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Relationship Id="rId3" Type="http://schemas.openxmlformats.org/officeDocument/2006/relationships/image" Target="../media/image50.png"/><Relationship Id="rId4" Type="http://schemas.openxmlformats.org/officeDocument/2006/relationships/image" Target="../media/image5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Relationship Id="rId3" Type="http://schemas.openxmlformats.org/officeDocument/2006/relationships/image" Target="../media/image53.png"/><Relationship Id="rId4" Type="http://schemas.openxmlformats.org/officeDocument/2006/relationships/image" Target="../media/image5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png"/><Relationship Id="rId3" Type="http://schemas.openxmlformats.org/officeDocument/2006/relationships/image" Target="../media/image56.png"/><Relationship Id="rId4" Type="http://schemas.openxmlformats.org/officeDocument/2006/relationships/image" Target="../media/image5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png"/><Relationship Id="rId3" Type="http://schemas.openxmlformats.org/officeDocument/2006/relationships/image" Target="../media/image59.png"/><Relationship Id="rId4" Type="http://schemas.openxmlformats.org/officeDocument/2006/relationships/image" Target="../media/image6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45720"/>
            <a:ext cx="11750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800"/>
            </a:pPr>
            <a:r>
              <a:t>EXP3 | sm211</a:t>
            </a:r>
          </a:p>
        </p:txBody>
      </p:sp>
      <p:pic>
        <p:nvPicPr>
          <p:cNvPr id="3" name="Picture 2" descr="stimuli_sm211_scenari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8747" y="566928"/>
            <a:ext cx="3004492" cy="327355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98747" y="310896"/>
            <a:ext cx="3004492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b="1" sz="1800"/>
            </a:pPr>
            <a:r>
              <a:t>sm211_scenario1</a:t>
            </a:r>
          </a:p>
        </p:txBody>
      </p:sp>
      <p:pic>
        <p:nvPicPr>
          <p:cNvPr id="5" name="Picture 4" descr="stimuli_sm211_scenari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455" y="566928"/>
            <a:ext cx="3004492" cy="32735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388455" y="310896"/>
            <a:ext cx="3004492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b="1" sz="1800"/>
            </a:pPr>
            <a:r>
              <a:t>sm211_scenario2</a:t>
            </a:r>
          </a:p>
        </p:txBody>
      </p:sp>
      <p:pic>
        <p:nvPicPr>
          <p:cNvPr id="7" name="Picture 6" descr="exp3_sm211_pai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1506" y="3840480"/>
            <a:ext cx="8825940" cy="26974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45720"/>
            <a:ext cx="11750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800"/>
            </a:pPr>
            <a:r>
              <a:t>EXP3 | sm221</a:t>
            </a:r>
          </a:p>
        </p:txBody>
      </p:sp>
      <p:pic>
        <p:nvPicPr>
          <p:cNvPr id="3" name="Picture 2" descr="stimuli_sm221_scenari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8747" y="566928"/>
            <a:ext cx="3004492" cy="327355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98747" y="310896"/>
            <a:ext cx="3004492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b="1" sz="1800"/>
            </a:pPr>
            <a:r>
              <a:t>sm221_scenario1</a:t>
            </a:r>
          </a:p>
        </p:txBody>
      </p:sp>
      <p:pic>
        <p:nvPicPr>
          <p:cNvPr id="5" name="Picture 4" descr="stimuli_sm221_scenari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455" y="566928"/>
            <a:ext cx="3004492" cy="32735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388455" y="310896"/>
            <a:ext cx="3004492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b="1" sz="1800"/>
            </a:pPr>
            <a:r>
              <a:t>sm221_scenario2</a:t>
            </a:r>
          </a:p>
        </p:txBody>
      </p:sp>
      <p:pic>
        <p:nvPicPr>
          <p:cNvPr id="7" name="Picture 6" descr="exp3_sm221_pai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1506" y="3840480"/>
            <a:ext cx="8825940" cy="26974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45720"/>
            <a:ext cx="11750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800"/>
            </a:pPr>
            <a:r>
              <a:t>EXP3 | sm311</a:t>
            </a:r>
          </a:p>
        </p:txBody>
      </p:sp>
      <p:pic>
        <p:nvPicPr>
          <p:cNvPr id="3" name="Picture 2" descr="stimuli_sm311_scenari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8747" y="566928"/>
            <a:ext cx="3004492" cy="327355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98747" y="310896"/>
            <a:ext cx="3004492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b="1" sz="1800"/>
            </a:pPr>
            <a:r>
              <a:t>sm311_scenario1</a:t>
            </a:r>
          </a:p>
        </p:txBody>
      </p:sp>
      <p:pic>
        <p:nvPicPr>
          <p:cNvPr id="5" name="Picture 4" descr="stimuli_sm311_scenari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455" y="566928"/>
            <a:ext cx="3004492" cy="32735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388455" y="310896"/>
            <a:ext cx="3004492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b="1" sz="1800"/>
            </a:pPr>
            <a:r>
              <a:t>sm311_scenario2</a:t>
            </a:r>
          </a:p>
        </p:txBody>
      </p:sp>
      <p:pic>
        <p:nvPicPr>
          <p:cNvPr id="7" name="Picture 6" descr="exp3_sm311_pai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1506" y="3840480"/>
            <a:ext cx="8825940" cy="26974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45720"/>
            <a:ext cx="11750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800"/>
            </a:pPr>
            <a:r>
              <a:t>EXP3 | sm321</a:t>
            </a:r>
          </a:p>
        </p:txBody>
      </p:sp>
      <p:pic>
        <p:nvPicPr>
          <p:cNvPr id="3" name="Picture 2" descr="stimuli_sm321_scenari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8747" y="566928"/>
            <a:ext cx="3004492" cy="327355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98747" y="310896"/>
            <a:ext cx="3004492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b="1" sz="1800"/>
            </a:pPr>
            <a:r>
              <a:t>sm321_scenario1</a:t>
            </a:r>
          </a:p>
        </p:txBody>
      </p:sp>
      <p:pic>
        <p:nvPicPr>
          <p:cNvPr id="5" name="Picture 4" descr="stimuli_sm321_scenari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455" y="566928"/>
            <a:ext cx="3004492" cy="32735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388455" y="310896"/>
            <a:ext cx="3004492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b="1" sz="1800"/>
            </a:pPr>
            <a:r>
              <a:t>sm321_scenario2</a:t>
            </a:r>
          </a:p>
        </p:txBody>
      </p:sp>
      <p:pic>
        <p:nvPicPr>
          <p:cNvPr id="7" name="Picture 6" descr="exp3_sm321_pai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1506" y="3840480"/>
            <a:ext cx="8825940" cy="26974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45720"/>
            <a:ext cx="11750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800"/>
            </a:pPr>
            <a:r>
              <a:t>EXP3 | sm331</a:t>
            </a:r>
          </a:p>
        </p:txBody>
      </p:sp>
      <p:pic>
        <p:nvPicPr>
          <p:cNvPr id="3" name="Picture 2" descr="stimuli_sm331_scenari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8747" y="566928"/>
            <a:ext cx="3004492" cy="327355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98747" y="310896"/>
            <a:ext cx="3004492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b="1" sz="1800"/>
            </a:pPr>
            <a:r>
              <a:t>sm331_scenario1</a:t>
            </a:r>
          </a:p>
        </p:txBody>
      </p:sp>
      <p:pic>
        <p:nvPicPr>
          <p:cNvPr id="5" name="Picture 4" descr="stimuli_sm331_scenari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455" y="566928"/>
            <a:ext cx="3004492" cy="32735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388455" y="310896"/>
            <a:ext cx="3004492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b="1" sz="1800"/>
            </a:pPr>
            <a:r>
              <a:t>sm331_scenario2</a:t>
            </a:r>
          </a:p>
        </p:txBody>
      </p:sp>
      <p:pic>
        <p:nvPicPr>
          <p:cNvPr id="7" name="Picture 6" descr="exp3_sm331_pai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1506" y="3840480"/>
            <a:ext cx="8825940" cy="26974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45720"/>
            <a:ext cx="11750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800"/>
            </a:pPr>
            <a:r>
              <a:t>EXP3 | sm332</a:t>
            </a:r>
          </a:p>
        </p:txBody>
      </p:sp>
      <p:pic>
        <p:nvPicPr>
          <p:cNvPr id="3" name="Picture 2" descr="stimuli_sm332_scenari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8747" y="566928"/>
            <a:ext cx="3004492" cy="327355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98747" y="310896"/>
            <a:ext cx="3004492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b="1" sz="1800"/>
            </a:pPr>
            <a:r>
              <a:t>sm332_scenario1</a:t>
            </a:r>
          </a:p>
        </p:txBody>
      </p:sp>
      <p:pic>
        <p:nvPicPr>
          <p:cNvPr id="5" name="Picture 4" descr="stimuli_sm332_scenari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455" y="566928"/>
            <a:ext cx="3004492" cy="32735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388455" y="310896"/>
            <a:ext cx="3004492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b="1" sz="1800"/>
            </a:pPr>
            <a:r>
              <a:t>sm332_scenario2</a:t>
            </a:r>
          </a:p>
        </p:txBody>
      </p:sp>
      <p:pic>
        <p:nvPicPr>
          <p:cNvPr id="7" name="Picture 6" descr="exp3_sm332_pai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1506" y="3840480"/>
            <a:ext cx="8825940" cy="26974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45720"/>
            <a:ext cx="11750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800"/>
            </a:pPr>
            <a:r>
              <a:t>EXP3 | sm341</a:t>
            </a:r>
          </a:p>
        </p:txBody>
      </p:sp>
      <p:pic>
        <p:nvPicPr>
          <p:cNvPr id="3" name="Picture 2" descr="stimuli_sm341_scenari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8747" y="566928"/>
            <a:ext cx="3004492" cy="327355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98747" y="310896"/>
            <a:ext cx="3004492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b="1" sz="1800"/>
            </a:pPr>
            <a:r>
              <a:t>sm341_scenario1</a:t>
            </a:r>
          </a:p>
        </p:txBody>
      </p:sp>
      <p:pic>
        <p:nvPicPr>
          <p:cNvPr id="5" name="Picture 4" descr="stimuli_sm341_scenari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455" y="566928"/>
            <a:ext cx="3004492" cy="32735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388455" y="310896"/>
            <a:ext cx="3004492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b="1" sz="1800"/>
            </a:pPr>
            <a:r>
              <a:t>sm341_scenario2</a:t>
            </a:r>
          </a:p>
        </p:txBody>
      </p:sp>
      <p:pic>
        <p:nvPicPr>
          <p:cNvPr id="7" name="Picture 6" descr="exp3_sm341_pai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1506" y="3840480"/>
            <a:ext cx="8825940" cy="26974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45720"/>
            <a:ext cx="11750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800"/>
            </a:pPr>
            <a:r>
              <a:t>EXP3 | sm342</a:t>
            </a:r>
          </a:p>
        </p:txBody>
      </p:sp>
      <p:pic>
        <p:nvPicPr>
          <p:cNvPr id="3" name="Picture 2" descr="stimuli_sm342_scenari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8747" y="566928"/>
            <a:ext cx="3004492" cy="327355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98747" y="310896"/>
            <a:ext cx="3004492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b="1" sz="1800"/>
            </a:pPr>
            <a:r>
              <a:t>sm342_scenario1</a:t>
            </a:r>
          </a:p>
        </p:txBody>
      </p:sp>
      <p:pic>
        <p:nvPicPr>
          <p:cNvPr id="5" name="Picture 4" descr="stimuli_sm342_scenari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455" y="566928"/>
            <a:ext cx="3004492" cy="32735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388455" y="310896"/>
            <a:ext cx="3004492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b="1" sz="1800"/>
            </a:pPr>
            <a:r>
              <a:t>sm342_scenario2</a:t>
            </a:r>
          </a:p>
        </p:txBody>
      </p:sp>
      <p:pic>
        <p:nvPicPr>
          <p:cNvPr id="7" name="Picture 6" descr="exp3_sm342_pai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1506" y="3840480"/>
            <a:ext cx="8825940" cy="26974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45720"/>
            <a:ext cx="11750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800"/>
            </a:pPr>
            <a:r>
              <a:t>EXP3 | sm351</a:t>
            </a:r>
          </a:p>
        </p:txBody>
      </p:sp>
      <p:pic>
        <p:nvPicPr>
          <p:cNvPr id="3" name="Picture 2" descr="stimuli_sm351_scenari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8747" y="566928"/>
            <a:ext cx="3004492" cy="327355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98747" y="310896"/>
            <a:ext cx="3004492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b="1" sz="1800"/>
            </a:pPr>
            <a:r>
              <a:t>sm351_scenario1</a:t>
            </a:r>
          </a:p>
        </p:txBody>
      </p:sp>
      <p:pic>
        <p:nvPicPr>
          <p:cNvPr id="5" name="Picture 4" descr="stimuli_sm351_scenari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455" y="566928"/>
            <a:ext cx="3004492" cy="32735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388455" y="310896"/>
            <a:ext cx="3004492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b="1" sz="1800"/>
            </a:pPr>
            <a:r>
              <a:t>sm351_scenario2</a:t>
            </a:r>
          </a:p>
        </p:txBody>
      </p:sp>
      <p:pic>
        <p:nvPicPr>
          <p:cNvPr id="7" name="Picture 6" descr="exp3_sm351_pai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1506" y="3840480"/>
            <a:ext cx="8825940" cy="26974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45720"/>
            <a:ext cx="11750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800"/>
            </a:pPr>
            <a:r>
              <a:t>EXP3 | sm361</a:t>
            </a:r>
          </a:p>
        </p:txBody>
      </p:sp>
      <p:pic>
        <p:nvPicPr>
          <p:cNvPr id="3" name="Picture 2" descr="stimuli_sm361_scenari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8747" y="566928"/>
            <a:ext cx="3004492" cy="327355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98747" y="310896"/>
            <a:ext cx="3004492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b="1" sz="1800"/>
            </a:pPr>
            <a:r>
              <a:t>sm361_scenario1</a:t>
            </a:r>
          </a:p>
        </p:txBody>
      </p:sp>
      <p:pic>
        <p:nvPicPr>
          <p:cNvPr id="5" name="Picture 4" descr="stimuli_sm361_scenari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455" y="566928"/>
            <a:ext cx="3004492" cy="32735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388455" y="310896"/>
            <a:ext cx="3004492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b="1" sz="1800"/>
            </a:pPr>
            <a:r>
              <a:t>sm361_scenario2</a:t>
            </a:r>
          </a:p>
        </p:txBody>
      </p:sp>
      <p:pic>
        <p:nvPicPr>
          <p:cNvPr id="7" name="Picture 6" descr="exp3_sm361_pai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1506" y="3840480"/>
            <a:ext cx="8825940" cy="26974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45720"/>
            <a:ext cx="11750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800"/>
            </a:pPr>
            <a:r>
              <a:t>EXP3 | sm371</a:t>
            </a:r>
          </a:p>
        </p:txBody>
      </p:sp>
      <p:pic>
        <p:nvPicPr>
          <p:cNvPr id="3" name="Picture 2" descr="stimuli_sm371_scenari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8747" y="566928"/>
            <a:ext cx="3004492" cy="327355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98747" y="310896"/>
            <a:ext cx="3004492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b="1" sz="1800"/>
            </a:pPr>
            <a:r>
              <a:t>sm371_scenario1</a:t>
            </a:r>
          </a:p>
        </p:txBody>
      </p:sp>
      <p:pic>
        <p:nvPicPr>
          <p:cNvPr id="5" name="Picture 4" descr="stimuli_sm371_scenari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455" y="566928"/>
            <a:ext cx="3004492" cy="32735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388455" y="310896"/>
            <a:ext cx="3004492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b="1" sz="1800"/>
            </a:pPr>
            <a:r>
              <a:t>sm371_scenario2</a:t>
            </a:r>
          </a:p>
        </p:txBody>
      </p:sp>
      <p:pic>
        <p:nvPicPr>
          <p:cNvPr id="7" name="Picture 6" descr="exp3_sm371_pai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1506" y="3840480"/>
            <a:ext cx="8825940" cy="26974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45720"/>
            <a:ext cx="11750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800"/>
            </a:pPr>
            <a:r>
              <a:t>EXP3 | sm411</a:t>
            </a:r>
          </a:p>
        </p:txBody>
      </p:sp>
      <p:pic>
        <p:nvPicPr>
          <p:cNvPr id="3" name="Picture 2" descr="stimuli_sm411_scenari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8747" y="566928"/>
            <a:ext cx="3004492" cy="327355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98747" y="310896"/>
            <a:ext cx="3004492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b="1" sz="1800"/>
            </a:pPr>
            <a:r>
              <a:t>sm411_scenario1</a:t>
            </a:r>
          </a:p>
        </p:txBody>
      </p:sp>
      <p:pic>
        <p:nvPicPr>
          <p:cNvPr id="5" name="Picture 4" descr="stimuli_sm411_scenari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455" y="566928"/>
            <a:ext cx="3004492" cy="32735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388455" y="310896"/>
            <a:ext cx="3004492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b="1" sz="1800"/>
            </a:pPr>
            <a:r>
              <a:t>sm411_scenario2</a:t>
            </a:r>
          </a:p>
        </p:txBody>
      </p:sp>
      <p:pic>
        <p:nvPicPr>
          <p:cNvPr id="7" name="Picture 6" descr="exp3_sm411_pai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1506" y="3840480"/>
            <a:ext cx="8825940" cy="26974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45720"/>
            <a:ext cx="11750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800"/>
            </a:pPr>
            <a:r>
              <a:t>EXP3 | sm421</a:t>
            </a:r>
          </a:p>
        </p:txBody>
      </p:sp>
      <p:pic>
        <p:nvPicPr>
          <p:cNvPr id="3" name="Picture 2" descr="stimuli_sm421_scenari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8747" y="566928"/>
            <a:ext cx="3004492" cy="327355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98747" y="310896"/>
            <a:ext cx="3004492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b="1" sz="1800"/>
            </a:pPr>
            <a:r>
              <a:t>sm421_scenario1</a:t>
            </a:r>
          </a:p>
        </p:txBody>
      </p:sp>
      <p:pic>
        <p:nvPicPr>
          <p:cNvPr id="5" name="Picture 4" descr="stimuli_sm421_scenari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455" y="566928"/>
            <a:ext cx="3004492" cy="32735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388455" y="310896"/>
            <a:ext cx="3004492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b="1" sz="1800"/>
            </a:pPr>
            <a:r>
              <a:t>sm421_scenario2</a:t>
            </a:r>
          </a:p>
        </p:txBody>
      </p:sp>
      <p:pic>
        <p:nvPicPr>
          <p:cNvPr id="7" name="Picture 6" descr="exp3_sm421_pai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1506" y="3840480"/>
            <a:ext cx="8825940" cy="26974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45720"/>
            <a:ext cx="11750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800"/>
            </a:pPr>
            <a:r>
              <a:t>EXP3 | sm431</a:t>
            </a:r>
          </a:p>
        </p:txBody>
      </p:sp>
      <p:pic>
        <p:nvPicPr>
          <p:cNvPr id="3" name="Picture 2" descr="stimuli_sm431_scenari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8747" y="566928"/>
            <a:ext cx="3004492" cy="327355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98747" y="310896"/>
            <a:ext cx="3004492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b="1" sz="1800"/>
            </a:pPr>
            <a:r>
              <a:t>sm431_scenario1</a:t>
            </a:r>
          </a:p>
        </p:txBody>
      </p:sp>
      <p:pic>
        <p:nvPicPr>
          <p:cNvPr id="5" name="Picture 4" descr="stimuli_sm431_scenari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455" y="566928"/>
            <a:ext cx="3004492" cy="32735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388455" y="310896"/>
            <a:ext cx="3004492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b="1" sz="1800"/>
            </a:pPr>
            <a:r>
              <a:t>sm431_scenario2</a:t>
            </a:r>
          </a:p>
        </p:txBody>
      </p:sp>
      <p:pic>
        <p:nvPicPr>
          <p:cNvPr id="7" name="Picture 6" descr="exp3_sm431_pai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1506" y="3840480"/>
            <a:ext cx="8825940" cy="269748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45720"/>
            <a:ext cx="11750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800"/>
            </a:pPr>
            <a:r>
              <a:t>EXP3 | sm432</a:t>
            </a:r>
          </a:p>
        </p:txBody>
      </p:sp>
      <p:pic>
        <p:nvPicPr>
          <p:cNvPr id="3" name="Picture 2" descr="stimuli_sm432_scenari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8747" y="566928"/>
            <a:ext cx="3004492" cy="327355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98747" y="310896"/>
            <a:ext cx="3004492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b="1" sz="1800"/>
            </a:pPr>
            <a:r>
              <a:t>sm432_scenario1</a:t>
            </a:r>
          </a:p>
        </p:txBody>
      </p:sp>
      <p:pic>
        <p:nvPicPr>
          <p:cNvPr id="5" name="Picture 4" descr="stimuli_sm432_scenari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455" y="566928"/>
            <a:ext cx="3004492" cy="32735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388455" y="310896"/>
            <a:ext cx="3004492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b="1" sz="1800"/>
            </a:pPr>
            <a:r>
              <a:t>sm432_scenario2</a:t>
            </a:r>
          </a:p>
        </p:txBody>
      </p:sp>
      <p:pic>
        <p:nvPicPr>
          <p:cNvPr id="7" name="Picture 6" descr="exp3_sm432_pai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1506" y="3840480"/>
            <a:ext cx="8825940" cy="269748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45720"/>
            <a:ext cx="11750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800"/>
            </a:pPr>
            <a:r>
              <a:t>EXP3 | sm511</a:t>
            </a:r>
          </a:p>
        </p:txBody>
      </p:sp>
      <p:pic>
        <p:nvPicPr>
          <p:cNvPr id="3" name="Picture 2" descr="stimuli_sm511_scenari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8747" y="566928"/>
            <a:ext cx="3004492" cy="327355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98747" y="310896"/>
            <a:ext cx="3004492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b="1" sz="1800"/>
            </a:pPr>
            <a:r>
              <a:t>sm511_scenario1</a:t>
            </a:r>
          </a:p>
        </p:txBody>
      </p:sp>
      <p:pic>
        <p:nvPicPr>
          <p:cNvPr id="5" name="Picture 4" descr="stimuli_sm511_scenari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455" y="566928"/>
            <a:ext cx="3004492" cy="32735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388455" y="310896"/>
            <a:ext cx="3004492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b="1" sz="1800"/>
            </a:pPr>
            <a:r>
              <a:t>sm511_scenario2</a:t>
            </a:r>
          </a:p>
        </p:txBody>
      </p:sp>
      <p:pic>
        <p:nvPicPr>
          <p:cNvPr id="7" name="Picture 6" descr="exp3_sm511_pai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1506" y="3840480"/>
            <a:ext cx="8825940" cy="269748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45720"/>
            <a:ext cx="11750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800"/>
            </a:pPr>
            <a:r>
              <a:t>EXP3 | sm521</a:t>
            </a:r>
          </a:p>
        </p:txBody>
      </p:sp>
      <p:pic>
        <p:nvPicPr>
          <p:cNvPr id="3" name="Picture 2" descr="stimuli_sm521_scenari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8747" y="566928"/>
            <a:ext cx="3004492" cy="327355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98747" y="310896"/>
            <a:ext cx="3004492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b="1" sz="1800"/>
            </a:pPr>
            <a:r>
              <a:t>sm521_scenario1</a:t>
            </a:r>
          </a:p>
        </p:txBody>
      </p:sp>
      <p:pic>
        <p:nvPicPr>
          <p:cNvPr id="5" name="Picture 4" descr="stimuli_sm521_scenari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455" y="566928"/>
            <a:ext cx="3004492" cy="32735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388455" y="310896"/>
            <a:ext cx="3004492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b="1" sz="1800"/>
            </a:pPr>
            <a:r>
              <a:t>sm521_scenario2</a:t>
            </a:r>
          </a:p>
        </p:txBody>
      </p:sp>
      <p:pic>
        <p:nvPicPr>
          <p:cNvPr id="7" name="Picture 6" descr="exp3_sm521_pai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1506" y="3840480"/>
            <a:ext cx="8825940" cy="269748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45720"/>
            <a:ext cx="11750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800"/>
            </a:pPr>
            <a:r>
              <a:t>EXP3 | sm531</a:t>
            </a:r>
          </a:p>
        </p:txBody>
      </p:sp>
      <p:pic>
        <p:nvPicPr>
          <p:cNvPr id="3" name="Picture 2" descr="stimuli_sm531_scenari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8747" y="566928"/>
            <a:ext cx="3004492" cy="327355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98747" y="310896"/>
            <a:ext cx="3004492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b="1" sz="1800"/>
            </a:pPr>
            <a:r>
              <a:t>sm531_scenario1</a:t>
            </a:r>
          </a:p>
        </p:txBody>
      </p:sp>
      <p:pic>
        <p:nvPicPr>
          <p:cNvPr id="5" name="Picture 4" descr="stimuli_sm531_scenari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455" y="566928"/>
            <a:ext cx="3004492" cy="32735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388455" y="310896"/>
            <a:ext cx="3004492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b="1" sz="1800"/>
            </a:pPr>
            <a:r>
              <a:t>sm531_scenario2</a:t>
            </a:r>
          </a:p>
        </p:txBody>
      </p:sp>
      <p:pic>
        <p:nvPicPr>
          <p:cNvPr id="7" name="Picture 6" descr="exp3_sm531_pai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1506" y="3840480"/>
            <a:ext cx="8825940" cy="269748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45720"/>
            <a:ext cx="11750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800"/>
            </a:pPr>
            <a:r>
              <a:t>EXP3 | sm541</a:t>
            </a:r>
          </a:p>
        </p:txBody>
      </p:sp>
      <p:pic>
        <p:nvPicPr>
          <p:cNvPr id="3" name="Picture 2" descr="stimuli_sm541_scenari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8747" y="566928"/>
            <a:ext cx="3004492" cy="327355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98747" y="310896"/>
            <a:ext cx="3004492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b="1" sz="1800"/>
            </a:pPr>
            <a:r>
              <a:t>sm541_scenario1</a:t>
            </a:r>
          </a:p>
        </p:txBody>
      </p:sp>
      <p:pic>
        <p:nvPicPr>
          <p:cNvPr id="5" name="Picture 4" descr="stimuli_sm541_scenari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455" y="566928"/>
            <a:ext cx="3004492" cy="32735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388455" y="310896"/>
            <a:ext cx="3004492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b="1" sz="1800"/>
            </a:pPr>
            <a:r>
              <a:t>sm541_scenario2</a:t>
            </a:r>
          </a:p>
        </p:txBody>
      </p:sp>
      <p:pic>
        <p:nvPicPr>
          <p:cNvPr id="7" name="Picture 6" descr="exp3_sm541_pai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1506" y="3840480"/>
            <a:ext cx="8825940" cy="269748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45720"/>
            <a:ext cx="11750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800"/>
            </a:pPr>
            <a:r>
              <a:t>EXP3 | sm543</a:t>
            </a:r>
          </a:p>
        </p:txBody>
      </p:sp>
      <p:pic>
        <p:nvPicPr>
          <p:cNvPr id="3" name="Picture 2" descr="stimuli_sm543_scenari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8747" y="566928"/>
            <a:ext cx="3004492" cy="327355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98747" y="310896"/>
            <a:ext cx="3004492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b="1" sz="1800"/>
            </a:pPr>
            <a:r>
              <a:t>sm543_scenario1</a:t>
            </a:r>
          </a:p>
        </p:txBody>
      </p:sp>
      <p:pic>
        <p:nvPicPr>
          <p:cNvPr id="5" name="Picture 4" descr="stimuli_sm543_scenari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455" y="566928"/>
            <a:ext cx="3004492" cy="32735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388455" y="310896"/>
            <a:ext cx="3004492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b="1" sz="1800"/>
            </a:pPr>
            <a:r>
              <a:t>sm543_scenario2</a:t>
            </a:r>
          </a:p>
        </p:txBody>
      </p:sp>
      <p:pic>
        <p:nvPicPr>
          <p:cNvPr id="7" name="Picture 6" descr="exp3_sm543_pai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1506" y="3840480"/>
            <a:ext cx="8825940" cy="26974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