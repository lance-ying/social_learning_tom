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image" Target="../media/image3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png"/><Relationship Id="rId4" Type="http://schemas.openxmlformats.org/officeDocument/2006/relationships/image" Target="../media/image3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image" Target="../media/image46.png"/><Relationship Id="rId4" Type="http://schemas.openxmlformats.org/officeDocument/2006/relationships/image" Target="../media/image4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image" Target="../media/image4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image" Target="../media/image51.png"/><Relationship Id="rId4" Type="http://schemas.openxmlformats.org/officeDocument/2006/relationships/image" Target="../media/image5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image" Target="../media/image54.png"/><Relationship Id="rId4" Type="http://schemas.openxmlformats.org/officeDocument/2006/relationships/image" Target="../media/image5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image" Target="../media/image57.png"/><Relationship Id="rId4" Type="http://schemas.openxmlformats.org/officeDocument/2006/relationships/image" Target="../media/image5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image" Target="../media/image6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SM211_EXP4</a:t>
            </a:r>
          </a:p>
        </p:txBody>
      </p:sp>
      <p:pic>
        <p:nvPicPr>
          <p:cNvPr id="3" name="Picture 2" descr="stimuli_sm21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21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21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SM221_EXP4</a:t>
            </a:r>
          </a:p>
        </p:txBody>
      </p:sp>
      <p:pic>
        <p:nvPicPr>
          <p:cNvPr id="3" name="Picture 2" descr="stimuli_sm22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22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22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SM311_EXP4</a:t>
            </a:r>
          </a:p>
        </p:txBody>
      </p:sp>
      <p:pic>
        <p:nvPicPr>
          <p:cNvPr id="3" name="Picture 2" descr="stimuli_sm31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31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31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SM321_EXP4</a:t>
            </a:r>
          </a:p>
        </p:txBody>
      </p:sp>
      <p:pic>
        <p:nvPicPr>
          <p:cNvPr id="3" name="Picture 2" descr="stimuli_sm32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32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32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SM331_EXP4</a:t>
            </a:r>
          </a:p>
        </p:txBody>
      </p:sp>
      <p:pic>
        <p:nvPicPr>
          <p:cNvPr id="3" name="Picture 2" descr="stimuli_sm33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33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33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SM341_EXP4</a:t>
            </a:r>
          </a:p>
        </p:txBody>
      </p:sp>
      <p:pic>
        <p:nvPicPr>
          <p:cNvPr id="3" name="Picture 2" descr="stimuli_sm34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34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34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SM351_EXP4</a:t>
            </a:r>
          </a:p>
        </p:txBody>
      </p:sp>
      <p:pic>
        <p:nvPicPr>
          <p:cNvPr id="3" name="Picture 2" descr="stimuli_sm35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35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35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SM361_EXP4</a:t>
            </a:r>
          </a:p>
        </p:txBody>
      </p:sp>
      <p:pic>
        <p:nvPicPr>
          <p:cNvPr id="3" name="Picture 2" descr="stimuli_sm36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36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36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SM371_EXP4</a:t>
            </a:r>
          </a:p>
        </p:txBody>
      </p:sp>
      <p:pic>
        <p:nvPicPr>
          <p:cNvPr id="3" name="Picture 2" descr="stimuli_sm37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37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37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SM411_EXP4</a:t>
            </a:r>
          </a:p>
        </p:txBody>
      </p:sp>
      <p:pic>
        <p:nvPicPr>
          <p:cNvPr id="3" name="Picture 2" descr="stimuli_sm41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41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41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SM421_EXP4</a:t>
            </a:r>
          </a:p>
        </p:txBody>
      </p:sp>
      <p:pic>
        <p:nvPicPr>
          <p:cNvPr id="3" name="Picture 2" descr="stimuli_sm42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42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42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SM431_EXP4</a:t>
            </a:r>
          </a:p>
        </p:txBody>
      </p:sp>
      <p:pic>
        <p:nvPicPr>
          <p:cNvPr id="3" name="Picture 2" descr="stimuli_sm43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43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43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SM432_EXP4</a:t>
            </a:r>
          </a:p>
        </p:txBody>
      </p:sp>
      <p:pic>
        <p:nvPicPr>
          <p:cNvPr id="3" name="Picture 2" descr="stimuli_sm432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432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432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SM511_EXP4</a:t>
            </a:r>
          </a:p>
        </p:txBody>
      </p:sp>
      <p:pic>
        <p:nvPicPr>
          <p:cNvPr id="3" name="Picture 2" descr="stimuli_sm51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51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51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SM521_EXP4</a:t>
            </a:r>
          </a:p>
        </p:txBody>
      </p:sp>
      <p:pic>
        <p:nvPicPr>
          <p:cNvPr id="3" name="Picture 2" descr="stimuli_sm52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52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52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SM531_EXP4</a:t>
            </a:r>
          </a:p>
        </p:txBody>
      </p:sp>
      <p:pic>
        <p:nvPicPr>
          <p:cNvPr id="3" name="Picture 2" descr="stimuli_sm53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53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53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SM541_EXP4</a:t>
            </a:r>
          </a:p>
        </p:txBody>
      </p:sp>
      <p:pic>
        <p:nvPicPr>
          <p:cNvPr id="3" name="Picture 2" descr="stimuli_sm54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54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54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SM543_EXP4</a:t>
            </a:r>
          </a:p>
        </p:txBody>
      </p:sp>
      <p:pic>
        <p:nvPicPr>
          <p:cNvPr id="3" name="Picture 2" descr="stimuli_sm543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543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543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SM611_EXP4</a:t>
            </a:r>
          </a:p>
        </p:txBody>
      </p:sp>
      <p:pic>
        <p:nvPicPr>
          <p:cNvPr id="3" name="Picture 2" descr="stimuli_sm61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61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61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SM621_EXP4</a:t>
            </a:r>
          </a:p>
        </p:txBody>
      </p:sp>
      <p:pic>
        <p:nvPicPr>
          <p:cNvPr id="3" name="Picture 2" descr="stimuli_sm62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62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62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/>
            </a:pPr>
            <a:r>
              <a:t>SM631_EXP4</a:t>
            </a:r>
          </a:p>
        </p:txBody>
      </p:sp>
      <p:pic>
        <p:nvPicPr>
          <p:cNvPr id="3" name="Picture 2" descr="stimuli_sm631_exp4_agent1_experienced1_and_agent2_experienced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2743200" cy="2987925"/>
          </a:xfrm>
          <a:prstGeom prst="rect">
            <a:avLst/>
          </a:prstGeom>
        </p:spPr>
      </p:pic>
      <p:pic>
        <p:nvPicPr>
          <p:cNvPr id="4" name="Picture 3" descr="stimuli_sm631_exp4_agent1_experienced2_and_agent2_experience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0" y="1371600"/>
            <a:ext cx="2743200" cy="2987925"/>
          </a:xfrm>
          <a:prstGeom prst="rect">
            <a:avLst/>
          </a:prstGeom>
        </p:spPr>
      </p:pic>
      <p:pic>
        <p:nvPicPr>
          <p:cNvPr id="5" name="Picture 4" descr="stimuli_sm631_exp4_agent1_experienced3_and_agent2_experienced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371600"/>
            <a:ext cx="2743200" cy="298792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