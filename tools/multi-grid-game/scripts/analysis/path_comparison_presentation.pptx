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SM211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7" name="Picture 6" descr="stimuli_sm21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3" name="Picture 12" descr="stimuli_sm21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9" name="Picture 18" descr="stimuli_sm21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2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SM221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7" name="Picture 6" descr="stimuli_sm22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3" name="Picture 12" descr="stimuli_sm22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9" name="Picture 18" descr="stimuli_sm22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2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SM311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7" name="Picture 6" descr="stimuli_sm31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3" name="Picture 12" descr="stimuli_sm31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9" name="Picture 18" descr="stimuli_sm31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3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SM321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7" name="Picture 6" descr="stimuli_sm32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3" name="Picture 12" descr="stimuli_sm32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9" name="Picture 18" descr="stimuli_sm32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3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SM331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7" name="Picture 6" descr="stimuli_sm33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3" name="Picture 12" descr="stimuli_sm33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9" name="Picture 18" descr="stimuli_sm33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3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SM341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7" name="Picture 6" descr="stimuli_sm34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3" name="Picture 12" descr="stimuli_sm34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9" name="Picture 18" descr="stimuli_sm34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3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SM351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7" name="Picture 6" descr="stimuli_sm35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3" name="Picture 12" descr="stimuli_sm35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9" name="Picture 18" descr="stimuli_sm35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35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SM361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7" name="Picture 6" descr="stimuli_sm36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3" name="Picture 12" descr="stimuli_sm36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9" name="Picture 18" descr="stimuli_sm36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3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SM371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7" name="Picture 6" descr="stimuli_sm37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3" name="Picture 12" descr="stimuli_sm37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9" name="Picture 18" descr="stimuli_sm37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3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SM411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7" name="Picture 6" descr="stimuli_sm41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3" name="Picture 12" descr="stimuli_sm41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9" name="Picture 18" descr="stimuli_sm41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4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SM421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7" name="Picture 6" descr="stimuli_sm42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3" name="Picture 12" descr="stimuli_sm42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9" name="Picture 18" descr="stimuli_sm42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4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SM431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7" name="Picture 6" descr="stimuli_sm43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3" name="Picture 12" descr="stimuli_sm43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9" name="Picture 18" descr="stimuli_sm43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4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SM432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7" name="Picture 6" descr="stimuli_sm432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3" name="Picture 12" descr="stimuli_sm432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9" name="Picture 18" descr="stimuli_sm432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43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SM511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7" name="Picture 6" descr="stimuli_sm51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3" name="Picture 12" descr="stimuli_sm51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9" name="Picture 18" descr="stimuli_sm51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5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SM521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7" name="Picture 6" descr="stimuli_sm52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3" name="Picture 12" descr="stimuli_sm52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9" name="Picture 18" descr="stimuli_sm52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5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SM531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7" name="Picture 6" descr="stimuli_sm53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3" name="Picture 12" descr="stimuli_sm53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9" name="Picture 18" descr="stimuli_sm53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5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SM541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7" name="Picture 6" descr="stimuli_sm54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3" name="Picture 12" descr="stimuli_sm54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9" name="Picture 18" descr="stimuli_sm54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5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SM543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7" name="Picture 6" descr="stimuli_sm543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3" name="Picture 12" descr="stimuli_sm543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9" name="Picture 18" descr="stimuli_sm543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3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SM611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7" name="Picture 6" descr="stimuli_sm61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3" name="Picture 12" descr="stimuli_sm61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Novice</a:t>
            </a:r>
          </a:p>
        </p:txBody>
      </p:sp>
      <p:pic>
        <p:nvPicPr>
          <p:cNvPr id="19" name="Picture 18" descr="stimuli_sm61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6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SM621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7" name="Picture 6" descr="stimuli_sm62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3" name="Picture 12" descr="stimuli_sm62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9" name="Picture 18" descr="stimuli_sm62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6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SM631</a:t>
            </a:r>
          </a:p>
        </p:txBody>
      </p:sp>
      <p:pic>
        <p:nvPicPr>
          <p:cNvPr id="3" name="Picture 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Novice</a:t>
            </a:r>
          </a:p>
        </p:txBody>
      </p:sp>
      <p:pic>
        <p:nvPicPr>
          <p:cNvPr id="5" name="Picture 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5486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7" name="Picture 6" descr="stimuli_sm631_exp4_agent1_experienced1_and_agent2_experience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14400"/>
            <a:ext cx="2743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1</a:t>
            </a:r>
          </a:p>
        </p:txBody>
      </p:sp>
      <p:pic>
        <p:nvPicPr>
          <p:cNvPr id="9" name="Picture 8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5486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1" name="Picture 10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3" name="Picture 12" descr="stimuli_sm631_exp4_agent1_experienced2_and_agent2_experienc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914400"/>
            <a:ext cx="274320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2</a:t>
            </a:r>
          </a:p>
        </p:txBody>
      </p:sp>
      <p:pic>
        <p:nvPicPr>
          <p:cNvPr id="15" name="Picture 14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4864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6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4C8"/>
                </a:solidFill>
              </a:defRPr>
            </a:pPr>
            <a:r>
              <a:t>Expert</a:t>
            </a:r>
          </a:p>
        </p:txBody>
      </p:sp>
      <p:pic>
        <p:nvPicPr>
          <p:cNvPr id="17" name="Picture 16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4864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0" y="548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600"/>
                </a:solidFill>
              </a:defRPr>
            </a:pPr>
            <a:r>
              <a:t>Expert</a:t>
            </a:r>
          </a:p>
        </p:txBody>
      </p:sp>
      <p:pic>
        <p:nvPicPr>
          <p:cNvPr id="19" name="Picture 18" descr="stimuli_sm631_exp4_agent1_experienced3_and_agent2_experien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14400"/>
            <a:ext cx="274320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Scenario 3</a:t>
            </a:r>
          </a:p>
        </p:txBody>
      </p:sp>
      <p:pic>
        <p:nvPicPr>
          <p:cNvPr id="21" name="Picture 20" descr="temp_chart_sm6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73152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" y="60807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Icon Key:</a:t>
            </a:r>
          </a:p>
        </p:txBody>
      </p:sp>
      <p:pic>
        <p:nvPicPr>
          <p:cNvPr id="23" name="Picture 22" descr="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63640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636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2 (Blue bars)</a:t>
            </a:r>
          </a:p>
        </p:txBody>
      </p:sp>
      <p:pic>
        <p:nvPicPr>
          <p:cNvPr id="25" name="Picture 24" descr="gree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583680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65836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= Agent 3 (Green bars)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