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SM211_TRUE</a:t>
            </a:r>
          </a:p>
        </p:txBody>
      </p:sp>
      <p:pic>
        <p:nvPicPr>
          <p:cNvPr id="3" name="Picture 2" descr="stimuli_sm21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21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SM221_TRUE</a:t>
            </a:r>
          </a:p>
        </p:txBody>
      </p:sp>
      <p:pic>
        <p:nvPicPr>
          <p:cNvPr id="3" name="Picture 2" descr="stimuli_sm22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22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SM311_TRUE</a:t>
            </a:r>
          </a:p>
        </p:txBody>
      </p:sp>
      <p:pic>
        <p:nvPicPr>
          <p:cNvPr id="3" name="Picture 2" descr="stimuli_sm31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31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SM321_TRUE</a:t>
            </a:r>
          </a:p>
        </p:txBody>
      </p:sp>
      <p:pic>
        <p:nvPicPr>
          <p:cNvPr id="3" name="Picture 2" descr="stimuli_sm32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32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SM331_TRUE</a:t>
            </a:r>
          </a:p>
        </p:txBody>
      </p:sp>
      <p:pic>
        <p:nvPicPr>
          <p:cNvPr id="3" name="Picture 2" descr="stimuli_sm33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33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SM332_TRUE</a:t>
            </a:r>
          </a:p>
        </p:txBody>
      </p:sp>
      <p:pic>
        <p:nvPicPr>
          <p:cNvPr id="3" name="Picture 2" descr="stimuli_sm332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332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SM341_TRUE</a:t>
            </a:r>
          </a:p>
        </p:txBody>
      </p:sp>
      <p:pic>
        <p:nvPicPr>
          <p:cNvPr id="3" name="Picture 2" descr="stimuli_sm34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34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SM342_TRUE</a:t>
            </a:r>
          </a:p>
        </p:txBody>
      </p:sp>
      <p:pic>
        <p:nvPicPr>
          <p:cNvPr id="3" name="Picture 2" descr="stimuli_sm342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342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SM351_TRUE</a:t>
            </a:r>
          </a:p>
        </p:txBody>
      </p:sp>
      <p:pic>
        <p:nvPicPr>
          <p:cNvPr id="3" name="Picture 2" descr="stimuli_sm35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35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SM361_TRUE</a:t>
            </a:r>
          </a:p>
        </p:txBody>
      </p:sp>
      <p:pic>
        <p:nvPicPr>
          <p:cNvPr id="3" name="Picture 2" descr="stimuli_sm36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36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SM371_TRUE</a:t>
            </a:r>
          </a:p>
        </p:txBody>
      </p:sp>
      <p:pic>
        <p:nvPicPr>
          <p:cNvPr id="3" name="Picture 2" descr="stimuli_sm37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37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SM411_TRUE</a:t>
            </a:r>
          </a:p>
        </p:txBody>
      </p:sp>
      <p:pic>
        <p:nvPicPr>
          <p:cNvPr id="3" name="Picture 2" descr="stimuli_sm41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41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SM421_TRUE</a:t>
            </a:r>
          </a:p>
        </p:txBody>
      </p:sp>
      <p:pic>
        <p:nvPicPr>
          <p:cNvPr id="3" name="Picture 2" descr="stimuli_sm42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42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SM431_TRUE</a:t>
            </a:r>
          </a:p>
        </p:txBody>
      </p:sp>
      <p:pic>
        <p:nvPicPr>
          <p:cNvPr id="3" name="Picture 2" descr="stimuli_sm43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43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SM432_TRUE</a:t>
            </a:r>
          </a:p>
        </p:txBody>
      </p:sp>
      <p:pic>
        <p:nvPicPr>
          <p:cNvPr id="3" name="Picture 2" descr="stimuli_sm432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432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SM511_TRUE</a:t>
            </a:r>
          </a:p>
        </p:txBody>
      </p:sp>
      <p:pic>
        <p:nvPicPr>
          <p:cNvPr id="3" name="Picture 2" descr="stimuli_sm51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51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SM521_TRUE</a:t>
            </a:r>
          </a:p>
        </p:txBody>
      </p:sp>
      <p:pic>
        <p:nvPicPr>
          <p:cNvPr id="3" name="Picture 2" descr="stimuli_sm52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52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SM531_TRUE</a:t>
            </a:r>
          </a:p>
        </p:txBody>
      </p:sp>
      <p:pic>
        <p:nvPicPr>
          <p:cNvPr id="3" name="Picture 2" descr="stimuli_sm53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53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SM541_TRUE</a:t>
            </a:r>
          </a:p>
        </p:txBody>
      </p:sp>
      <p:pic>
        <p:nvPicPr>
          <p:cNvPr id="3" name="Picture 2" descr="stimuli_sm541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541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SM543_TRUE</a:t>
            </a:r>
          </a:p>
        </p:txBody>
      </p:sp>
      <p:pic>
        <p:nvPicPr>
          <p:cNvPr id="3" name="Picture 2" descr="stimuli_sm543_true_agent2_experienced1_and_agent3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40316"/>
          </a:xfrm>
          <a:prstGeom prst="rect">
            <a:avLst/>
          </a:prstGeom>
        </p:spPr>
      </p:pic>
      <p:pic>
        <p:nvPicPr>
          <p:cNvPr id="4" name="Picture 3" descr="stimuli_sm543_true_agent2_experienced2_and_agent3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403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